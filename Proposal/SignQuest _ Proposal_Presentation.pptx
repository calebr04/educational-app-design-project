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aleway"/>
      <p:regular r:id="rId28"/>
      <p:bold r:id="rId29"/>
      <p:italic r:id="rId30"/>
      <p:boldItalic r:id="rId31"/>
    </p:embeddedFont>
    <p:embeddedFont>
      <p:font typeface="Syne"/>
      <p:regular r:id="rId32"/>
      <p:bold r:id="rId33"/>
    </p:embeddedFont>
    <p:embeddedFont>
      <p:font typeface="Albert Sans"/>
      <p:regular r:id="rId34"/>
      <p:bold r:id="rId35"/>
      <p:italic r:id="rId36"/>
      <p:boldItalic r:id="rId37"/>
    </p:embeddedFont>
    <p:embeddedFont>
      <p:font typeface="Syne SemiBold"/>
      <p:regular r:id="rId38"/>
      <p:bold r:id="rId39"/>
    </p:embeddedFont>
    <p:embeddedFont>
      <p:font typeface="Syne Medium"/>
      <p:regular r:id="rId40"/>
      <p:bold r:id="rId41"/>
    </p:embeddedFont>
    <p:embeddedFont>
      <p:font typeface="Open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isztZ47tiHFIQ+xPu0THw2iOxf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650992-BE3A-41FC-AB83-65823EBC37EA}">
  <a:tblStyle styleId="{B7650992-BE3A-41FC-AB83-65823EBC37E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yneMedium-regular.fntdata"/><Relationship Id="rId20" Type="http://schemas.openxmlformats.org/officeDocument/2006/relationships/slide" Target="slides/slide15.xml"/><Relationship Id="rId42" Type="http://schemas.openxmlformats.org/officeDocument/2006/relationships/font" Target="fonts/OpenSans-regular.fntdata"/><Relationship Id="rId41" Type="http://schemas.openxmlformats.org/officeDocument/2006/relationships/font" Target="fonts/SyneMedium-bold.fntdata"/><Relationship Id="rId22" Type="http://schemas.openxmlformats.org/officeDocument/2006/relationships/slide" Target="slides/slide17.xml"/><Relationship Id="rId44" Type="http://schemas.openxmlformats.org/officeDocument/2006/relationships/font" Target="fonts/OpenSans-italic.fntdata"/><Relationship Id="rId21" Type="http://schemas.openxmlformats.org/officeDocument/2006/relationships/slide" Target="slides/slide16.xml"/><Relationship Id="rId43" Type="http://schemas.openxmlformats.org/officeDocument/2006/relationships/font" Target="fonts/OpenSans-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Open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Syne-bold.fntdata"/><Relationship Id="rId10" Type="http://schemas.openxmlformats.org/officeDocument/2006/relationships/slide" Target="slides/slide5.xml"/><Relationship Id="rId32" Type="http://schemas.openxmlformats.org/officeDocument/2006/relationships/font" Target="fonts/Syne-regular.fntdata"/><Relationship Id="rId13" Type="http://schemas.openxmlformats.org/officeDocument/2006/relationships/slide" Target="slides/slide8.xml"/><Relationship Id="rId35" Type="http://schemas.openxmlformats.org/officeDocument/2006/relationships/font" Target="fonts/AlbertSans-bold.fntdata"/><Relationship Id="rId12" Type="http://schemas.openxmlformats.org/officeDocument/2006/relationships/slide" Target="slides/slide7.xml"/><Relationship Id="rId34" Type="http://schemas.openxmlformats.org/officeDocument/2006/relationships/font" Target="fonts/AlbertSans-regular.fntdata"/><Relationship Id="rId15" Type="http://schemas.openxmlformats.org/officeDocument/2006/relationships/slide" Target="slides/slide10.xml"/><Relationship Id="rId37" Type="http://schemas.openxmlformats.org/officeDocument/2006/relationships/font" Target="fonts/AlbertSans-boldItalic.fntdata"/><Relationship Id="rId14" Type="http://schemas.openxmlformats.org/officeDocument/2006/relationships/slide" Target="slides/slide9.xml"/><Relationship Id="rId36" Type="http://schemas.openxmlformats.org/officeDocument/2006/relationships/font" Target="fonts/AlbertSans-italic.fntdata"/><Relationship Id="rId17" Type="http://schemas.openxmlformats.org/officeDocument/2006/relationships/slide" Target="slides/slide12.xml"/><Relationship Id="rId39" Type="http://schemas.openxmlformats.org/officeDocument/2006/relationships/font" Target="fonts/SyneSemiBold-bold.fntdata"/><Relationship Id="rId16" Type="http://schemas.openxmlformats.org/officeDocument/2006/relationships/slide" Target="slides/slide11.xml"/><Relationship Id="rId38" Type="http://schemas.openxmlformats.org/officeDocument/2006/relationships/font" Target="fonts/SyneSemiBo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Most ASL apps are </a:t>
            </a:r>
            <a:r>
              <a:rPr lang="en"/>
              <a:t>passive</a:t>
            </a:r>
            <a:r>
              <a:rPr lang="en"/>
              <a:t> where you use cue cards (people can easily memorize patterns rather than words/meaning and not know if they are correctly doing the sign), (the “watch and repeat trap”) watch </a:t>
            </a:r>
            <a:r>
              <a:rPr lang="en"/>
              <a:t>videos</a:t>
            </a:r>
            <a:r>
              <a:rPr lang="en"/>
              <a:t> that could lead to low retention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And most importantly try to learn without feedback, where practice feels alone and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Research shows that </a:t>
            </a:r>
            <a:r>
              <a:rPr lang="en"/>
              <a:t>interactive</a:t>
            </a:r>
            <a:r>
              <a:rPr lang="en"/>
              <a:t> game like </a:t>
            </a:r>
            <a:r>
              <a:rPr lang="en"/>
              <a:t>practice</a:t>
            </a:r>
            <a:r>
              <a:rPr lang="en"/>
              <a:t> with immediate feedback (FIND WHERE THIS WAS MENTIONED IN CLASS) results in </a:t>
            </a:r>
            <a:r>
              <a:rPr lang="en"/>
              <a:t>retention. As well as gamification and microlearning leads to better muscle memory (MAKE SURE THIS IS CORRECT MEMORY FROM NOTES) resulting in more accurate actions. Our app will also have live camera for feedback and games (something other apps if anyone just use to process actions not live) and final all learning objectives have the goal on human interactions with some tools directly meant to interact with others.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Sign </a:t>
            </a:r>
            <a:r>
              <a:rPr lang="en"/>
              <a:t>Quest</a:t>
            </a:r>
            <a:r>
              <a:rPr lang="en"/>
              <a:t> has a target user </a:t>
            </a:r>
            <a:r>
              <a:rPr lang="en"/>
              <a:t>basset</a:t>
            </a:r>
            <a:r>
              <a:rPr lang="en"/>
              <a:t> of beginners with little to no experience with ASL. This being students or self learners who want to </a:t>
            </a:r>
            <a:r>
              <a:rPr lang="en"/>
              <a:t>learn</a:t>
            </a:r>
            <a:r>
              <a:rPr lang="en"/>
              <a:t> more in a </a:t>
            </a:r>
            <a:r>
              <a:rPr lang="en"/>
              <a:t>interactive</a:t>
            </a:r>
            <a:r>
              <a:rPr lang="en"/>
              <a:t> way.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With </a:t>
            </a:r>
            <a:r>
              <a:rPr lang="en"/>
              <a:t>this</a:t>
            </a:r>
            <a:r>
              <a:rPr lang="en"/>
              <a:t> specific target </a:t>
            </a:r>
            <a:r>
              <a:rPr lang="en"/>
              <a:t>audience</a:t>
            </a:r>
            <a:r>
              <a:rPr lang="en"/>
              <a:t> were able to design clear, measurable outcomes. By the end of using Sidequest, these users should </a:t>
            </a:r>
            <a:r>
              <a:rPr lang="en"/>
              <a:t>correctly</a:t>
            </a:r>
            <a:r>
              <a:rPr lang="en"/>
              <a:t> </a:t>
            </a:r>
            <a:r>
              <a:rPr lang="en"/>
              <a:t>perform</a:t>
            </a:r>
            <a:r>
              <a:rPr lang="en"/>
              <a:t> over </a:t>
            </a:r>
            <a:r>
              <a:rPr lang="en"/>
              <a:t>100 signs</a:t>
            </a:r>
            <a:r>
              <a:rPr lang="en"/>
              <a:t>, maintain proper technique, </a:t>
            </a:r>
            <a:r>
              <a:rPr lang="en"/>
              <a:t>understand</a:t>
            </a:r>
            <a:r>
              <a:rPr lang="en"/>
              <a:t> short </a:t>
            </a:r>
            <a:r>
              <a:rPr lang="en"/>
              <a:t>conversation</a:t>
            </a:r>
            <a:r>
              <a:rPr lang="en"/>
              <a:t> and achieve </a:t>
            </a:r>
            <a:r>
              <a:rPr lang="en"/>
              <a:t>at</a:t>
            </a:r>
            <a:r>
              <a:rPr lang="en"/>
              <a:t> </a:t>
            </a:r>
            <a:r>
              <a:rPr lang="en"/>
              <a:t>least</a:t>
            </a:r>
            <a:r>
              <a:rPr lang="en"/>
              <a:t> 85% recognition </a:t>
            </a:r>
            <a:r>
              <a:rPr lang="en"/>
              <a:t>accuracy</a:t>
            </a:r>
            <a:r>
              <a:rPr lang="en"/>
              <a:t> in live </a:t>
            </a:r>
            <a:r>
              <a:rPr lang="en"/>
              <a:t>practice</a:t>
            </a:r>
            <a:r>
              <a:rPr lang="en"/>
              <a: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Each lesson is delivered as short 5–10 minute microlearning activities to keep practice focused and effective.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ENSURE THESE ARE GOOD AND MEET SMART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Ethan’s part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a:t>
            </a:r>
            <a:r>
              <a:rPr lang="en"/>
              <a:t>difficulty</a:t>
            </a:r>
            <a:r>
              <a:rPr lang="en"/>
              <a:t>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b793e30ab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cb793e30ab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b793e30ab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cb793e30ab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cb793e30ab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3cb793e30ab_1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b793e30ab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cb793e30ab_1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b793e30ab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cb793e30ab_1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cb793e30ab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cb793e30ab_1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b793e30ab_1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cb793e30ab_1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b793e30ab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3cb793e30ab_1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b793e30ab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3cb793e30ab_1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SignQuest uses gamification features to help beginners learn American Sign language through many steps such 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Lessons: Consisting 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Dictionary: where users can search by difficulty to find specific words and signs and how they are done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Games: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Translate: Live translation of a person sign language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cae362547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3cae362547f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ae362547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cae362547f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0aea666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g3c0aea6664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latin typeface="Times New Roman"/>
                <a:ea typeface="Times New Roman"/>
                <a:cs typeface="Times New Roman"/>
                <a:sym typeface="Times New Roman"/>
              </a:rPr>
              <a:t>The system captures video with OpenCV, detects hands using BlazePalm, extracts 21 keypoints with MediaPipe’s landmark model, and finally classifies the gesture into ASL letters or words using a neural network classifier.</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SzPts val="1100"/>
              <a:buNone/>
            </a:pPr>
            <a:r>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OpenCV - Access to the camera</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MediaPipe - Detect and tracking, Detects and tracks Hands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BlazePalm Detector</a:t>
            </a:r>
            <a:r>
              <a:rPr lang="en">
                <a:solidFill>
                  <a:schemeClr val="dk1"/>
                </a:solidFill>
                <a:latin typeface="Times New Roman"/>
                <a:ea typeface="Times New Roman"/>
                <a:cs typeface="Times New Roman"/>
                <a:sym typeface="Times New Roman"/>
              </a:rPr>
              <a:t>, Detect Hand Helps detect palm and bounding box</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Hand Landmark Model, Feature extraction With the YOLO model, this model is a pretrained CNN with the 21 detected keypoints.</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YOLO Model Detect ASL Classified ASL letters and words using landmarks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b84143d5f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cb84143d5f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37"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 name="Google Shape;10;p37"/>
          <p:cNvSpPr txBox="1"/>
          <p:nvPr>
            <p:ph type="ctrTitle"/>
          </p:nvPr>
        </p:nvSpPr>
        <p:spPr>
          <a:xfrm>
            <a:off x="713225" y="539500"/>
            <a:ext cx="7717500" cy="907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b="0" sz="5000">
                <a:latin typeface="Syne SemiBold"/>
                <a:ea typeface="Syne SemiBold"/>
                <a:cs typeface="Syne SemiBold"/>
                <a:sym typeface="Syne Semi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37"/>
          <p:cNvSpPr txBox="1"/>
          <p:nvPr>
            <p:ph idx="1" type="subTitle"/>
          </p:nvPr>
        </p:nvSpPr>
        <p:spPr>
          <a:xfrm>
            <a:off x="5389400" y="3946400"/>
            <a:ext cx="3041400" cy="657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 name="Shape 12"/>
        <p:cNvGrpSpPr/>
        <p:nvPr/>
      </p:nvGrpSpPr>
      <p:grpSpPr>
        <a:xfrm>
          <a:off x="0" y="0"/>
          <a:ext cx="0" cy="0"/>
          <a:chOff x="0" y="0"/>
          <a:chExt cx="0" cy="0"/>
        </a:xfrm>
      </p:grpSpPr>
      <p:pic>
        <p:nvPicPr>
          <p:cNvPr id="13" name="Google Shape;13;p38"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4" name="Google Shape;14;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 name="Shape 15"/>
        <p:cNvGrpSpPr/>
        <p:nvPr/>
      </p:nvGrpSpPr>
      <p:grpSpPr>
        <a:xfrm>
          <a:off x="0" y="0"/>
          <a:ext cx="0" cy="0"/>
          <a:chOff x="0" y="0"/>
          <a:chExt cx="0" cy="0"/>
        </a:xfrm>
      </p:grpSpPr>
      <p:pic>
        <p:nvPicPr>
          <p:cNvPr id="16" name="Google Shape;16;p39" title="techstartup-osc2.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7" name="Google Shape;17;p39"/>
          <p:cNvSpPr txBox="1"/>
          <p:nvPr>
            <p:ph type="title"/>
          </p:nvPr>
        </p:nvSpPr>
        <p:spPr>
          <a:xfrm>
            <a:off x="713225" y="539500"/>
            <a:ext cx="3686400" cy="62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sz="3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18" name="Google Shape;18;p39"/>
          <p:cNvSpPr txBox="1"/>
          <p:nvPr>
            <p:ph idx="2" type="title"/>
          </p:nvPr>
        </p:nvSpPr>
        <p:spPr>
          <a:xfrm>
            <a:off x="4494552" y="19510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19" name="Google Shape;19;p39"/>
          <p:cNvSpPr txBox="1"/>
          <p:nvPr>
            <p:ph idx="3" type="title"/>
          </p:nvPr>
        </p:nvSpPr>
        <p:spPr>
          <a:xfrm>
            <a:off x="4494552" y="33062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20" name="Google Shape;20;p39"/>
          <p:cNvSpPr txBox="1"/>
          <p:nvPr>
            <p:ph idx="4" type="title"/>
          </p:nvPr>
        </p:nvSpPr>
        <p:spPr>
          <a:xfrm>
            <a:off x="4494552" y="26286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21" name="Google Shape;21;p39"/>
          <p:cNvSpPr txBox="1"/>
          <p:nvPr>
            <p:ph idx="5" type="title"/>
          </p:nvPr>
        </p:nvSpPr>
        <p:spPr>
          <a:xfrm>
            <a:off x="4494552" y="3983875"/>
            <a:ext cx="1013400" cy="620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dk2"/>
              </a:buClr>
              <a:buSzPts val="2000"/>
              <a:buFont typeface="Syne Medium"/>
              <a:buNone/>
              <a:defRPr b="0">
                <a:latin typeface="Syne Medium"/>
                <a:ea typeface="Syne Medium"/>
                <a:cs typeface="Syne Medium"/>
                <a:sym typeface="Syne Medium"/>
              </a:defRPr>
            </a:lvl1pPr>
            <a:lvl2pPr lvl="1"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2pPr>
            <a:lvl3pPr lvl="2"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3pPr>
            <a:lvl4pPr lvl="3"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4pPr>
            <a:lvl5pPr lvl="4"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5pPr>
            <a:lvl6pPr lvl="5"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6pPr>
            <a:lvl7pPr lvl="6"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7pPr>
            <a:lvl8pPr lvl="7"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8pPr>
            <a:lvl9pPr lvl="8" algn="l">
              <a:lnSpc>
                <a:spcPct val="100000"/>
              </a:lnSpc>
              <a:spcBef>
                <a:spcPts val="0"/>
              </a:spcBef>
              <a:spcAft>
                <a:spcPts val="0"/>
              </a:spcAft>
              <a:buClr>
                <a:schemeClr val="dk2"/>
              </a:buClr>
              <a:buSzPts val="2000"/>
              <a:buFont typeface="Syne Medium"/>
              <a:buNone/>
              <a:defRPr b="0" sz="2000">
                <a:solidFill>
                  <a:schemeClr val="dk2"/>
                </a:solidFill>
                <a:latin typeface="Syne Medium"/>
                <a:ea typeface="Syne Medium"/>
                <a:cs typeface="Syne Medium"/>
                <a:sym typeface="Syne Medium"/>
              </a:defRPr>
            </a:lvl9pPr>
          </a:lstStyle>
          <a:p/>
        </p:txBody>
      </p:sp>
      <p:sp>
        <p:nvSpPr>
          <p:cNvPr id="22" name="Google Shape;22;p39"/>
          <p:cNvSpPr txBox="1"/>
          <p:nvPr>
            <p:ph idx="1" type="subTitle"/>
          </p:nvPr>
        </p:nvSpPr>
        <p:spPr>
          <a:xfrm>
            <a:off x="5559775" y="19510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3" name="Google Shape;23;p39"/>
          <p:cNvSpPr txBox="1"/>
          <p:nvPr>
            <p:ph idx="6" type="subTitle"/>
          </p:nvPr>
        </p:nvSpPr>
        <p:spPr>
          <a:xfrm>
            <a:off x="5559775" y="26286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4" name="Google Shape;24;p39"/>
          <p:cNvSpPr txBox="1"/>
          <p:nvPr>
            <p:ph idx="7" type="subTitle"/>
          </p:nvPr>
        </p:nvSpPr>
        <p:spPr>
          <a:xfrm>
            <a:off x="5559775" y="33062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
        <p:nvSpPr>
          <p:cNvPr id="25" name="Google Shape;25;p39"/>
          <p:cNvSpPr txBox="1"/>
          <p:nvPr>
            <p:ph idx="8" type="subTitle"/>
          </p:nvPr>
        </p:nvSpPr>
        <p:spPr>
          <a:xfrm>
            <a:off x="5559775" y="3983888"/>
            <a:ext cx="2871000" cy="620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000"/>
              <a:buFont typeface="Syne Medium"/>
              <a:buNone/>
              <a:defRPr sz="2000">
                <a:solidFill>
                  <a:schemeClr val="dk1"/>
                </a:solidFill>
                <a:latin typeface="Syne Medium"/>
                <a:ea typeface="Syne Medium"/>
                <a:cs typeface="Syne Medium"/>
                <a:sym typeface="Syne Medium"/>
              </a:defRPr>
            </a:lvl1pPr>
            <a:lvl2pPr lvl="1" algn="l">
              <a:lnSpc>
                <a:spcPct val="100000"/>
              </a:lnSpc>
              <a:spcBef>
                <a:spcPts val="0"/>
              </a:spcBef>
              <a:spcAft>
                <a:spcPts val="0"/>
              </a:spcAft>
              <a:buSzPts val="2000"/>
              <a:buFont typeface="Syne Medium"/>
              <a:buNone/>
              <a:defRPr sz="2000">
                <a:latin typeface="Syne Medium"/>
                <a:ea typeface="Syne Medium"/>
                <a:cs typeface="Syne Medium"/>
                <a:sym typeface="Syne Medium"/>
              </a:defRPr>
            </a:lvl2pPr>
            <a:lvl3pPr lvl="2" algn="l">
              <a:lnSpc>
                <a:spcPct val="100000"/>
              </a:lnSpc>
              <a:spcBef>
                <a:spcPts val="0"/>
              </a:spcBef>
              <a:spcAft>
                <a:spcPts val="0"/>
              </a:spcAft>
              <a:buSzPts val="2000"/>
              <a:buFont typeface="Syne Medium"/>
              <a:buNone/>
              <a:defRPr sz="2000">
                <a:latin typeface="Syne Medium"/>
                <a:ea typeface="Syne Medium"/>
                <a:cs typeface="Syne Medium"/>
                <a:sym typeface="Syne Medium"/>
              </a:defRPr>
            </a:lvl3pPr>
            <a:lvl4pPr lvl="3" algn="l">
              <a:lnSpc>
                <a:spcPct val="100000"/>
              </a:lnSpc>
              <a:spcBef>
                <a:spcPts val="0"/>
              </a:spcBef>
              <a:spcAft>
                <a:spcPts val="0"/>
              </a:spcAft>
              <a:buSzPts val="2000"/>
              <a:buFont typeface="Syne Medium"/>
              <a:buNone/>
              <a:defRPr sz="2000">
                <a:latin typeface="Syne Medium"/>
                <a:ea typeface="Syne Medium"/>
                <a:cs typeface="Syne Medium"/>
                <a:sym typeface="Syne Medium"/>
              </a:defRPr>
            </a:lvl4pPr>
            <a:lvl5pPr lvl="4" algn="l">
              <a:lnSpc>
                <a:spcPct val="100000"/>
              </a:lnSpc>
              <a:spcBef>
                <a:spcPts val="0"/>
              </a:spcBef>
              <a:spcAft>
                <a:spcPts val="0"/>
              </a:spcAft>
              <a:buSzPts val="2000"/>
              <a:buFont typeface="Syne Medium"/>
              <a:buNone/>
              <a:defRPr sz="2000">
                <a:latin typeface="Syne Medium"/>
                <a:ea typeface="Syne Medium"/>
                <a:cs typeface="Syne Medium"/>
                <a:sym typeface="Syne Medium"/>
              </a:defRPr>
            </a:lvl5pPr>
            <a:lvl6pPr lvl="5" algn="l">
              <a:lnSpc>
                <a:spcPct val="100000"/>
              </a:lnSpc>
              <a:spcBef>
                <a:spcPts val="0"/>
              </a:spcBef>
              <a:spcAft>
                <a:spcPts val="0"/>
              </a:spcAft>
              <a:buSzPts val="2000"/>
              <a:buFont typeface="Syne Medium"/>
              <a:buNone/>
              <a:defRPr sz="2000">
                <a:latin typeface="Syne Medium"/>
                <a:ea typeface="Syne Medium"/>
                <a:cs typeface="Syne Medium"/>
                <a:sym typeface="Syne Medium"/>
              </a:defRPr>
            </a:lvl6pPr>
            <a:lvl7pPr lvl="6" algn="l">
              <a:lnSpc>
                <a:spcPct val="100000"/>
              </a:lnSpc>
              <a:spcBef>
                <a:spcPts val="0"/>
              </a:spcBef>
              <a:spcAft>
                <a:spcPts val="0"/>
              </a:spcAft>
              <a:buSzPts val="2000"/>
              <a:buFont typeface="Syne Medium"/>
              <a:buNone/>
              <a:defRPr sz="2000">
                <a:latin typeface="Syne Medium"/>
                <a:ea typeface="Syne Medium"/>
                <a:cs typeface="Syne Medium"/>
                <a:sym typeface="Syne Medium"/>
              </a:defRPr>
            </a:lvl7pPr>
            <a:lvl8pPr lvl="7" algn="l">
              <a:lnSpc>
                <a:spcPct val="100000"/>
              </a:lnSpc>
              <a:spcBef>
                <a:spcPts val="0"/>
              </a:spcBef>
              <a:spcAft>
                <a:spcPts val="0"/>
              </a:spcAft>
              <a:buSzPts val="2000"/>
              <a:buFont typeface="Syne Medium"/>
              <a:buNone/>
              <a:defRPr sz="2000">
                <a:latin typeface="Syne Medium"/>
                <a:ea typeface="Syne Medium"/>
                <a:cs typeface="Syne Medium"/>
                <a:sym typeface="Syne Medium"/>
              </a:defRPr>
            </a:lvl8pPr>
            <a:lvl9pPr lvl="8" algn="l">
              <a:lnSpc>
                <a:spcPct val="100000"/>
              </a:lnSpc>
              <a:spcBef>
                <a:spcPts val="0"/>
              </a:spcBef>
              <a:spcAft>
                <a:spcPts val="0"/>
              </a:spcAft>
              <a:buSzPts val="2000"/>
              <a:buFont typeface="Syne Medium"/>
              <a:buNone/>
              <a:defRPr sz="2000">
                <a:latin typeface="Syne Medium"/>
                <a:ea typeface="Syne Medium"/>
                <a:cs typeface="Syne Medium"/>
                <a:sym typeface="Syne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0">
    <p:spTree>
      <p:nvGrpSpPr>
        <p:cNvPr id="26" name="Shape 26"/>
        <p:cNvGrpSpPr/>
        <p:nvPr/>
      </p:nvGrpSpPr>
      <p:grpSpPr>
        <a:xfrm>
          <a:off x="0" y="0"/>
          <a:ext cx="0" cy="0"/>
          <a:chOff x="0" y="0"/>
          <a:chExt cx="0" cy="0"/>
        </a:xfrm>
      </p:grpSpPr>
      <p:pic>
        <p:nvPicPr>
          <p:cNvPr id="27" name="Google Shape;27;p40"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28" name="Google Shape;28;p40"/>
          <p:cNvSpPr txBox="1"/>
          <p:nvPr>
            <p:ph idx="1" type="subTitle"/>
          </p:nvPr>
        </p:nvSpPr>
        <p:spPr>
          <a:xfrm>
            <a:off x="4928800" y="1475100"/>
            <a:ext cx="3501900" cy="219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29" name="Google Shape;29;p40"/>
          <p:cNvSpPr txBox="1"/>
          <p:nvPr>
            <p:ph type="title"/>
          </p:nvPr>
        </p:nvSpPr>
        <p:spPr>
          <a:xfrm>
            <a:off x="811975" y="539500"/>
            <a:ext cx="7618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30" name="Google Shape;30;p40"/>
          <p:cNvSpPr/>
          <p:nvPr>
            <p:ph idx="2" type="pic"/>
          </p:nvPr>
        </p:nvSpPr>
        <p:spPr>
          <a:xfrm>
            <a:off x="1" y="1476775"/>
            <a:ext cx="4294800" cy="36666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pic>
        <p:nvPicPr>
          <p:cNvPr id="32" name="Google Shape;32;p41" title="techstartup-osc.jpg"/>
          <p:cNvPicPr preferRelativeResize="0"/>
          <p:nvPr/>
        </p:nvPicPr>
        <p:blipFill rotWithShape="1">
          <a:blip r:embed="rId2">
            <a:alphaModFix/>
          </a:blip>
          <a:srcRect b="0" l="0" r="31124" t="31124"/>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33" name="Google Shape;33;p41"/>
          <p:cNvSpPr txBox="1"/>
          <p:nvPr>
            <p:ph type="title"/>
          </p:nvPr>
        </p:nvSpPr>
        <p:spPr>
          <a:xfrm>
            <a:off x="713225" y="3585200"/>
            <a:ext cx="7717800" cy="1018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600"/>
              <a:buNone/>
              <a:defRPr b="0" sz="5000">
                <a:latin typeface="Syne SemiBold"/>
                <a:ea typeface="Syne SemiBold"/>
                <a:cs typeface="Syne SemiBold"/>
                <a:sym typeface="Syne SemiBold"/>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4" name="Google Shape;34;p41"/>
          <p:cNvSpPr txBox="1"/>
          <p:nvPr>
            <p:ph idx="2" type="title"/>
          </p:nvPr>
        </p:nvSpPr>
        <p:spPr>
          <a:xfrm>
            <a:off x="713225" y="499725"/>
            <a:ext cx="1267500" cy="684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b="0" sz="4000">
                <a:latin typeface="Syne SemiBold"/>
                <a:ea typeface="Syne SemiBold"/>
                <a:cs typeface="Syne SemiBold"/>
                <a:sym typeface="Syne SemiBold"/>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_1">
    <p:spTree>
      <p:nvGrpSpPr>
        <p:cNvPr id="35" name="Shape 35"/>
        <p:cNvGrpSpPr/>
        <p:nvPr/>
      </p:nvGrpSpPr>
      <p:grpSpPr>
        <a:xfrm>
          <a:off x="0" y="0"/>
          <a:ext cx="0" cy="0"/>
          <a:chOff x="0" y="0"/>
          <a:chExt cx="0" cy="0"/>
        </a:xfrm>
      </p:grpSpPr>
      <p:pic>
        <p:nvPicPr>
          <p:cNvPr id="36" name="Google Shape;36;p42"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37" name="Google Shape;37;p42"/>
          <p:cNvSpPr txBox="1"/>
          <p:nvPr>
            <p:ph type="title"/>
          </p:nvPr>
        </p:nvSpPr>
        <p:spPr>
          <a:xfrm>
            <a:off x="762679" y="794675"/>
            <a:ext cx="7618500" cy="698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sz="4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38" name="Google Shape;38;p42"/>
          <p:cNvSpPr txBox="1"/>
          <p:nvPr>
            <p:ph idx="1" type="body"/>
          </p:nvPr>
        </p:nvSpPr>
        <p:spPr>
          <a:xfrm>
            <a:off x="3185049" y="2398525"/>
            <a:ext cx="5196300" cy="1950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a:lvl2pPr>
            <a:lvl3pPr indent="-304800" lvl="2" marL="1371600" algn="l">
              <a:lnSpc>
                <a:spcPct val="115000"/>
              </a:lnSpc>
              <a:spcBef>
                <a:spcPts val="0"/>
              </a:spcBef>
              <a:spcAft>
                <a:spcPts val="0"/>
              </a:spcAft>
              <a:buSzPts val="1200"/>
              <a:buChar char="■"/>
              <a:defRPr/>
            </a:lvl3pPr>
            <a:lvl4pPr indent="-304800" lvl="3" marL="1828800" algn="l">
              <a:lnSpc>
                <a:spcPct val="115000"/>
              </a:lnSpc>
              <a:spcBef>
                <a:spcPts val="0"/>
              </a:spcBef>
              <a:spcAft>
                <a:spcPts val="0"/>
              </a:spcAft>
              <a:buSzPts val="1200"/>
              <a:buChar char="●"/>
              <a:defRPr/>
            </a:lvl4pPr>
            <a:lvl5pPr indent="-304800" lvl="4" marL="2286000" algn="l">
              <a:lnSpc>
                <a:spcPct val="115000"/>
              </a:lnSpc>
              <a:spcBef>
                <a:spcPts val="0"/>
              </a:spcBef>
              <a:spcAft>
                <a:spcPts val="0"/>
              </a:spcAft>
              <a:buSzPts val="1200"/>
              <a:buChar char="○"/>
              <a:defRPr/>
            </a:lvl5pPr>
            <a:lvl6pPr indent="-304800" lvl="5" marL="2743200" algn="l">
              <a:lnSpc>
                <a:spcPct val="115000"/>
              </a:lnSpc>
              <a:spcBef>
                <a:spcPts val="0"/>
              </a:spcBef>
              <a:spcAft>
                <a:spcPts val="0"/>
              </a:spcAft>
              <a:buSzPts val="1200"/>
              <a:buChar char="■"/>
              <a:defRPr/>
            </a:lvl6pPr>
            <a:lvl7pPr indent="-304800" lvl="6" marL="3200400" algn="l">
              <a:lnSpc>
                <a:spcPct val="115000"/>
              </a:lnSpc>
              <a:spcBef>
                <a:spcPts val="0"/>
              </a:spcBef>
              <a:spcAft>
                <a:spcPts val="0"/>
              </a:spcAft>
              <a:buSzPts val="1200"/>
              <a:buChar char="●"/>
              <a:defRPr/>
            </a:lvl7pPr>
            <a:lvl8pPr indent="-304800" lvl="7" marL="3657600" algn="l">
              <a:lnSpc>
                <a:spcPct val="115000"/>
              </a:lnSpc>
              <a:spcBef>
                <a:spcPts val="0"/>
              </a:spcBef>
              <a:spcAft>
                <a:spcPts val="0"/>
              </a:spcAft>
              <a:buSzPts val="1200"/>
              <a:buChar char="○"/>
              <a:defRPr/>
            </a:lvl8pPr>
            <a:lvl9pPr indent="-304800" lvl="8" marL="4114800" algn="l">
              <a:lnSpc>
                <a:spcPct val="115000"/>
              </a:lnSpc>
              <a:spcBef>
                <a:spcPts val="0"/>
              </a:spcBef>
              <a:spcAft>
                <a:spcPts val="0"/>
              </a:spcAft>
              <a:buSzPts val="12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pic>
        <p:nvPicPr>
          <p:cNvPr id="40" name="Google Shape;40;p43"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41" name="Google Shape;41;p43"/>
          <p:cNvSpPr txBox="1"/>
          <p:nvPr>
            <p:ph type="title"/>
          </p:nvPr>
        </p:nvSpPr>
        <p:spPr>
          <a:xfrm>
            <a:off x="720000" y="3644300"/>
            <a:ext cx="2955300" cy="959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42" name="Google Shape;42;p43"/>
          <p:cNvSpPr txBox="1"/>
          <p:nvPr>
            <p:ph idx="1" type="subTitle"/>
          </p:nvPr>
        </p:nvSpPr>
        <p:spPr>
          <a:xfrm>
            <a:off x="4592700" y="3268312"/>
            <a:ext cx="3838200" cy="122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3" name="Google Shape;43;p43"/>
          <p:cNvSpPr txBox="1"/>
          <p:nvPr>
            <p:ph idx="2" type="subTitle"/>
          </p:nvPr>
        </p:nvSpPr>
        <p:spPr>
          <a:xfrm>
            <a:off x="4589325" y="1219088"/>
            <a:ext cx="3838200" cy="1228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4" name="Google Shape;44;p43"/>
          <p:cNvSpPr txBox="1"/>
          <p:nvPr>
            <p:ph idx="3" type="subTitle"/>
          </p:nvPr>
        </p:nvSpPr>
        <p:spPr>
          <a:xfrm>
            <a:off x="4589325" y="646388"/>
            <a:ext cx="38382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 name="Google Shape;45;p43"/>
          <p:cNvSpPr txBox="1"/>
          <p:nvPr>
            <p:ph idx="4" type="subTitle"/>
          </p:nvPr>
        </p:nvSpPr>
        <p:spPr>
          <a:xfrm>
            <a:off x="4592700" y="2695612"/>
            <a:ext cx="38382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Medium"/>
                <a:ea typeface="Syne Medium"/>
                <a:cs typeface="Syne Medium"/>
                <a:sym typeface="Syne Medium"/>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46" name="Shape 46"/>
        <p:cNvGrpSpPr/>
        <p:nvPr/>
      </p:nvGrpSpPr>
      <p:grpSpPr>
        <a:xfrm>
          <a:off x="0" y="0"/>
          <a:ext cx="0" cy="0"/>
          <a:chOff x="0" y="0"/>
          <a:chExt cx="0" cy="0"/>
        </a:xfrm>
      </p:grpSpPr>
      <p:pic>
        <p:nvPicPr>
          <p:cNvPr id="47" name="Google Shape;47;p44" title="techstartup-osc5.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48" name="Google Shape;48;p4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49" name="Google Shape;49;p44"/>
          <p:cNvSpPr txBox="1"/>
          <p:nvPr>
            <p:ph idx="1" type="subTitle"/>
          </p:nvPr>
        </p:nvSpPr>
        <p:spPr>
          <a:xfrm>
            <a:off x="719750" y="3509900"/>
            <a:ext cx="3286800" cy="109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0" name="Google Shape;50;p44"/>
          <p:cNvSpPr txBox="1"/>
          <p:nvPr>
            <p:ph idx="2" type="subTitle"/>
          </p:nvPr>
        </p:nvSpPr>
        <p:spPr>
          <a:xfrm>
            <a:off x="5137201" y="3499275"/>
            <a:ext cx="3286800" cy="9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1" name="Google Shape;51;p44"/>
          <p:cNvSpPr txBox="1"/>
          <p:nvPr>
            <p:ph idx="3" type="subTitle"/>
          </p:nvPr>
        </p:nvSpPr>
        <p:spPr>
          <a:xfrm>
            <a:off x="5137201" y="1451925"/>
            <a:ext cx="3286800" cy="99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2" name="Google Shape;52;p44"/>
          <p:cNvSpPr txBox="1"/>
          <p:nvPr>
            <p:ph idx="4" type="subTitle"/>
          </p:nvPr>
        </p:nvSpPr>
        <p:spPr>
          <a:xfrm>
            <a:off x="719750" y="2708600"/>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3" name="Google Shape;53;p44"/>
          <p:cNvSpPr txBox="1"/>
          <p:nvPr>
            <p:ph idx="5" type="subTitle"/>
          </p:nvPr>
        </p:nvSpPr>
        <p:spPr>
          <a:xfrm>
            <a:off x="5137201" y="2697975"/>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 name="Google Shape;54;p44"/>
          <p:cNvSpPr txBox="1"/>
          <p:nvPr>
            <p:ph idx="6" type="subTitle"/>
          </p:nvPr>
        </p:nvSpPr>
        <p:spPr>
          <a:xfrm>
            <a:off x="5137204" y="650625"/>
            <a:ext cx="3286800" cy="801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sz="1600">
                <a:solidFill>
                  <a:schemeClr val="dk1"/>
                </a:solidFill>
                <a:latin typeface="Syne SemiBold"/>
                <a:ea typeface="Syne SemiBold"/>
                <a:cs typeface="Syne SemiBold"/>
                <a:sym typeface="Syne SemiBold"/>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5" name="Shape 55"/>
        <p:cNvGrpSpPr/>
        <p:nvPr/>
      </p:nvGrpSpPr>
      <p:grpSpPr>
        <a:xfrm>
          <a:off x="0" y="0"/>
          <a:ext cx="0" cy="0"/>
          <a:chOff x="0" y="0"/>
          <a:chExt cx="0" cy="0"/>
        </a:xfrm>
      </p:grpSpPr>
      <p:pic>
        <p:nvPicPr>
          <p:cNvPr id="56" name="Google Shape;56;p45"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57" name="Google Shape;57;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58" name="Google Shape;58;p45"/>
          <p:cNvSpPr txBox="1"/>
          <p:nvPr>
            <p:ph idx="1" type="subTitle"/>
          </p:nvPr>
        </p:nvSpPr>
        <p:spPr>
          <a:xfrm>
            <a:off x="715400" y="1710171"/>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59" name="Google Shape;59;p45"/>
          <p:cNvSpPr txBox="1"/>
          <p:nvPr>
            <p:ph idx="2" type="subTitle"/>
          </p:nvPr>
        </p:nvSpPr>
        <p:spPr>
          <a:xfrm>
            <a:off x="3376873" y="1710149"/>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0" name="Google Shape;60;p45"/>
          <p:cNvSpPr txBox="1"/>
          <p:nvPr>
            <p:ph idx="3" type="subTitle"/>
          </p:nvPr>
        </p:nvSpPr>
        <p:spPr>
          <a:xfrm>
            <a:off x="715400" y="3498801"/>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1" name="Google Shape;61;p45"/>
          <p:cNvSpPr txBox="1"/>
          <p:nvPr>
            <p:ph idx="4" type="subTitle"/>
          </p:nvPr>
        </p:nvSpPr>
        <p:spPr>
          <a:xfrm>
            <a:off x="3376873" y="3498797"/>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2" name="Google Shape;62;p45"/>
          <p:cNvSpPr txBox="1"/>
          <p:nvPr>
            <p:ph idx="5" type="subTitle"/>
          </p:nvPr>
        </p:nvSpPr>
        <p:spPr>
          <a:xfrm>
            <a:off x="6033621" y="1710149"/>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3" name="Google Shape;63;p45"/>
          <p:cNvSpPr txBox="1"/>
          <p:nvPr>
            <p:ph idx="6" type="subTitle"/>
          </p:nvPr>
        </p:nvSpPr>
        <p:spPr>
          <a:xfrm>
            <a:off x="6033621" y="3498797"/>
            <a:ext cx="2392800" cy="1105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4" name="Google Shape;64;p45"/>
          <p:cNvSpPr txBox="1"/>
          <p:nvPr>
            <p:ph idx="7" type="subTitle"/>
          </p:nvPr>
        </p:nvSpPr>
        <p:spPr>
          <a:xfrm>
            <a:off x="720114"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5" name="Google Shape;65;p45"/>
          <p:cNvSpPr txBox="1"/>
          <p:nvPr>
            <p:ph idx="8" type="subTitle"/>
          </p:nvPr>
        </p:nvSpPr>
        <p:spPr>
          <a:xfrm>
            <a:off x="3381406"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6" name="Google Shape;66;p45"/>
          <p:cNvSpPr txBox="1"/>
          <p:nvPr>
            <p:ph idx="9" type="subTitle"/>
          </p:nvPr>
        </p:nvSpPr>
        <p:spPr>
          <a:xfrm>
            <a:off x="6037972" y="1017725"/>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7" name="Google Shape;67;p45"/>
          <p:cNvSpPr txBox="1"/>
          <p:nvPr>
            <p:ph idx="13" type="subTitle"/>
          </p:nvPr>
        </p:nvSpPr>
        <p:spPr>
          <a:xfrm>
            <a:off x="720114"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8" name="Google Shape;68;p45"/>
          <p:cNvSpPr txBox="1"/>
          <p:nvPr>
            <p:ph idx="14" type="subTitle"/>
          </p:nvPr>
        </p:nvSpPr>
        <p:spPr>
          <a:xfrm>
            <a:off x="3381406"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9" name="Google Shape;69;p45"/>
          <p:cNvSpPr txBox="1"/>
          <p:nvPr>
            <p:ph idx="15" type="subTitle"/>
          </p:nvPr>
        </p:nvSpPr>
        <p:spPr>
          <a:xfrm>
            <a:off x="6037972" y="2803098"/>
            <a:ext cx="2392800" cy="69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Raleway"/>
              <a:buNone/>
              <a:defRPr b="1" sz="1600">
                <a:solidFill>
                  <a:schemeClr val="dk1"/>
                </a:solidFill>
                <a:latin typeface="Raleway"/>
                <a:ea typeface="Raleway"/>
                <a:cs typeface="Raleway"/>
                <a:sym typeface="Raleway"/>
              </a:defRPr>
            </a:lvl1pPr>
            <a:lvl2pPr lvl="1"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 name="Shape 70"/>
        <p:cNvGrpSpPr/>
        <p:nvPr/>
      </p:nvGrpSpPr>
      <p:grpSpPr>
        <a:xfrm>
          <a:off x="0" y="0"/>
          <a:ext cx="0" cy="0"/>
          <a:chOff x="0" y="0"/>
          <a:chExt cx="0" cy="0"/>
        </a:xfrm>
      </p:grpSpPr>
      <p:pic>
        <p:nvPicPr>
          <p:cNvPr id="71" name="Google Shape;71;p46"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2" name="Google Shape;72;p46"/>
          <p:cNvSpPr txBox="1"/>
          <p:nvPr>
            <p:ph hasCustomPrompt="1" type="title"/>
          </p:nvPr>
        </p:nvSpPr>
        <p:spPr>
          <a:xfrm>
            <a:off x="713225" y="539500"/>
            <a:ext cx="6576000" cy="929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b="0" sz="6000">
                <a:latin typeface="Syne SemiBold"/>
                <a:ea typeface="Syne SemiBold"/>
                <a:cs typeface="Syne SemiBold"/>
                <a:sym typeface="Syne SemiBold"/>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73" name="Google Shape;73;p46"/>
          <p:cNvSpPr txBox="1"/>
          <p:nvPr>
            <p:ph idx="1" type="subTitle"/>
          </p:nvPr>
        </p:nvSpPr>
        <p:spPr>
          <a:xfrm>
            <a:off x="5607575" y="3961100"/>
            <a:ext cx="2823300" cy="6429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_1">
    <p:spTree>
      <p:nvGrpSpPr>
        <p:cNvPr id="74" name="Shape 74"/>
        <p:cNvGrpSpPr/>
        <p:nvPr/>
      </p:nvGrpSpPr>
      <p:grpSpPr>
        <a:xfrm>
          <a:off x="0" y="0"/>
          <a:ext cx="0" cy="0"/>
          <a:chOff x="0" y="0"/>
          <a:chExt cx="0" cy="0"/>
        </a:xfrm>
      </p:grpSpPr>
      <p:pic>
        <p:nvPicPr>
          <p:cNvPr id="75" name="Google Shape;75;p47"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6" name="Google Shape;76;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_1">
    <p:spTree>
      <p:nvGrpSpPr>
        <p:cNvPr id="77" name="Shape 77"/>
        <p:cNvGrpSpPr/>
        <p:nvPr/>
      </p:nvGrpSpPr>
      <p:grpSpPr>
        <a:xfrm>
          <a:off x="0" y="0"/>
          <a:ext cx="0" cy="0"/>
          <a:chOff x="0" y="0"/>
          <a:chExt cx="0" cy="0"/>
        </a:xfrm>
      </p:grpSpPr>
      <p:pic>
        <p:nvPicPr>
          <p:cNvPr id="78" name="Google Shape;78;p48"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79" name="Google Shape;79;p4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0" name="Shape 80"/>
        <p:cNvGrpSpPr/>
        <p:nvPr/>
      </p:nvGrpSpPr>
      <p:grpSpPr>
        <a:xfrm>
          <a:off x="0" y="0"/>
          <a:ext cx="0" cy="0"/>
          <a:chOff x="0" y="0"/>
          <a:chExt cx="0" cy="0"/>
        </a:xfrm>
      </p:grpSpPr>
      <p:pic>
        <p:nvPicPr>
          <p:cNvPr id="81" name="Google Shape;81;p49"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2" name="Google Shape;82;p49"/>
          <p:cNvSpPr txBox="1"/>
          <p:nvPr>
            <p:ph type="title"/>
          </p:nvPr>
        </p:nvSpPr>
        <p:spPr>
          <a:xfrm>
            <a:off x="713257" y="539500"/>
            <a:ext cx="2836800" cy="786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sz="500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3" name="Google Shape;83;p49"/>
          <p:cNvSpPr txBox="1"/>
          <p:nvPr>
            <p:ph idx="1" type="subTitle"/>
          </p:nvPr>
        </p:nvSpPr>
        <p:spPr>
          <a:xfrm>
            <a:off x="713225" y="1325575"/>
            <a:ext cx="2836800" cy="1058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84" name="Google Shape;84;p49"/>
          <p:cNvSpPr txBox="1"/>
          <p:nvPr/>
        </p:nvSpPr>
        <p:spPr>
          <a:xfrm>
            <a:off x="5004275" y="3649552"/>
            <a:ext cx="3426300" cy="623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300"/>
              </a:spcBef>
              <a:spcAft>
                <a:spcPts val="0"/>
              </a:spcAft>
              <a:buClr>
                <a:srgbClr val="000000"/>
              </a:buClr>
              <a:buSzPts val="1000"/>
              <a:buFont typeface="Arial"/>
              <a:buNone/>
            </a:pPr>
            <a:r>
              <a:rPr b="1" i="0" lang="en" sz="1000" u="none" cap="none" strike="noStrike">
                <a:solidFill>
                  <a:schemeClr val="dk1"/>
                </a:solidFill>
                <a:latin typeface="Open Sans"/>
                <a:ea typeface="Open Sans"/>
                <a:cs typeface="Open Sans"/>
                <a:sym typeface="Open Sans"/>
              </a:rPr>
              <a:t>CREDITS:</a:t>
            </a:r>
            <a:r>
              <a:rPr b="0" i="0" lang="en" sz="1000" u="none" cap="none" strike="noStrike">
                <a:solidFill>
                  <a:schemeClr val="dk1"/>
                </a:solidFill>
                <a:latin typeface="Open Sans"/>
                <a:ea typeface="Open Sans"/>
                <a:cs typeface="Open Sans"/>
                <a:sym typeface="Open Sans"/>
              </a:rPr>
              <a:t> This presentation template was created by </a:t>
            </a:r>
            <a:r>
              <a:rPr b="1" i="0" lang="en" sz="1000" u="sng" cap="none" strike="noStrike">
                <a:solidFill>
                  <a:schemeClr val="hlink"/>
                </a:solidFill>
                <a:latin typeface="Open Sans"/>
                <a:ea typeface="Open Sans"/>
                <a:cs typeface="Open Sans"/>
                <a:sym typeface="Open Sans"/>
                <a:hlinkClick r:id="rId3"/>
              </a:rPr>
              <a:t>Slidesgo</a:t>
            </a:r>
            <a:r>
              <a:rPr b="0" i="0" lang="en" sz="1000" u="none" cap="none" strike="noStrike">
                <a:solidFill>
                  <a:schemeClr val="dk1"/>
                </a:solidFill>
                <a:latin typeface="Open Sans"/>
                <a:ea typeface="Open Sans"/>
                <a:cs typeface="Open Sans"/>
                <a:sym typeface="Open Sans"/>
              </a:rPr>
              <a:t>, and includes icons by </a:t>
            </a:r>
            <a:r>
              <a:rPr b="1" i="0" lang="en" sz="1000" u="sng" cap="none" strike="noStrike">
                <a:solidFill>
                  <a:schemeClr val="dk1"/>
                </a:solidFill>
                <a:latin typeface="Open Sans"/>
                <a:ea typeface="Open Sans"/>
                <a:cs typeface="Open Sans"/>
                <a:sym typeface="Open Sans"/>
                <a:hlinkClick r:id="rId4">
                  <a:extLst>
                    <a:ext uri="{A12FA001-AC4F-418D-AE19-62706E023703}">
                      <ahyp:hlinkClr val="tx"/>
                    </a:ext>
                  </a:extLst>
                </a:hlinkClick>
              </a:rPr>
              <a:t>Flaticon</a:t>
            </a:r>
            <a:r>
              <a:rPr b="0" i="0" lang="en" sz="1000" u="none" cap="none" strike="noStrike">
                <a:solidFill>
                  <a:schemeClr val="dk1"/>
                </a:solidFill>
                <a:latin typeface="Open Sans"/>
                <a:ea typeface="Open Sans"/>
                <a:cs typeface="Open Sans"/>
                <a:sym typeface="Open Sans"/>
              </a:rPr>
              <a:t>, and infographics &amp; images by </a:t>
            </a:r>
            <a:r>
              <a:rPr b="1" i="0" lang="en" sz="1000" u="sng" cap="none" strike="noStrike">
                <a:solidFill>
                  <a:schemeClr val="dk1"/>
                </a:solidFill>
                <a:latin typeface="Open Sans"/>
                <a:ea typeface="Open Sans"/>
                <a:cs typeface="Open Sans"/>
                <a:sym typeface="Open Sans"/>
                <a:hlinkClick r:id="rId5">
                  <a:extLst>
                    <a:ext uri="{A12FA001-AC4F-418D-AE19-62706E023703}">
                      <ahyp:hlinkClr val="tx"/>
                    </a:ext>
                  </a:extLst>
                </a:hlinkClick>
              </a:rPr>
              <a:t>Freepik</a:t>
            </a:r>
            <a:r>
              <a:rPr b="0" i="0" lang="en" sz="1000" u="sng" cap="none" strike="noStrike">
                <a:solidFill>
                  <a:schemeClr val="dk1"/>
                </a:solidFill>
                <a:latin typeface="Open Sans"/>
                <a:ea typeface="Open Sans"/>
                <a:cs typeface="Open Sans"/>
                <a:sym typeface="Open Sans"/>
              </a:rPr>
              <a:t> </a:t>
            </a:r>
            <a:endParaRPr b="1" i="0" sz="1000" u="sng" cap="none" strike="noStrike">
              <a:solidFill>
                <a:schemeClr val="dk1"/>
              </a:solidFill>
              <a:latin typeface="Open Sans"/>
              <a:ea typeface="Open Sans"/>
              <a:cs typeface="Open Sans"/>
              <a:sym typeface="Ope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5" name="Shape 85"/>
        <p:cNvGrpSpPr/>
        <p:nvPr/>
      </p:nvGrpSpPr>
      <p:grpSpPr>
        <a:xfrm>
          <a:off x="0" y="0"/>
          <a:ext cx="0" cy="0"/>
          <a:chOff x="0" y="0"/>
          <a:chExt cx="0" cy="0"/>
        </a:xfrm>
      </p:grpSpPr>
      <p:pic>
        <p:nvPicPr>
          <p:cNvPr id="86" name="Google Shape;86;p50"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87" name="Google Shape;87;p5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88" name="Google Shape;88;p50"/>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pic>
        <p:nvPicPr>
          <p:cNvPr id="90" name="Google Shape;90;p55" title="techstartup-osc3.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91" name="Google Shape;91;p55"/>
          <p:cNvSpPr txBox="1"/>
          <p:nvPr>
            <p:ph idx="1" type="subTitle"/>
          </p:nvPr>
        </p:nvSpPr>
        <p:spPr>
          <a:xfrm>
            <a:off x="4928800" y="1475100"/>
            <a:ext cx="3501900" cy="2193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2" name="Google Shape;92;p55"/>
          <p:cNvSpPr txBox="1"/>
          <p:nvPr>
            <p:ph type="title"/>
          </p:nvPr>
        </p:nvSpPr>
        <p:spPr>
          <a:xfrm>
            <a:off x="811975" y="539488"/>
            <a:ext cx="4294800" cy="572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600"/>
              <a:buNone/>
              <a:defRPr b="0">
                <a:latin typeface="Syne SemiBold"/>
                <a:ea typeface="Syne SemiBold"/>
                <a:cs typeface="Syne SemiBold"/>
                <a:sym typeface="Syne SemiBold"/>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
        <p:nvSpPr>
          <p:cNvPr id="93" name="Google Shape;93;p55"/>
          <p:cNvSpPr/>
          <p:nvPr>
            <p:ph idx="2" type="pic"/>
          </p:nvPr>
        </p:nvSpPr>
        <p:spPr>
          <a:xfrm>
            <a:off x="1" y="1476775"/>
            <a:ext cx="4294800" cy="36666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4" name="Shape 94"/>
        <p:cNvGrpSpPr/>
        <p:nvPr/>
      </p:nvGrpSpPr>
      <p:grpSpPr>
        <a:xfrm>
          <a:off x="0" y="0"/>
          <a:ext cx="0" cy="0"/>
          <a:chOff x="0" y="0"/>
          <a:chExt cx="0" cy="0"/>
        </a:xfrm>
      </p:grpSpPr>
      <p:pic>
        <p:nvPicPr>
          <p:cNvPr id="95" name="Google Shape;95;p56" title="techstartup-osc.jpg"/>
          <p:cNvPicPr preferRelativeResize="0"/>
          <p:nvPr/>
        </p:nvPicPr>
        <p:blipFill rotWithShape="1">
          <a:blip r:embed="rId2">
            <a:alphaModFix/>
          </a:blip>
          <a:srcRect b="0" l="0" r="31124" t="31124"/>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96" name="Google Shape;96;p56"/>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pic>
        <p:nvPicPr>
          <p:cNvPr id="98" name="Google Shape;98;p57" title="techstartup-osc.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99" name="Google Shape;99;p57"/>
          <p:cNvSpPr txBox="1"/>
          <p:nvPr>
            <p:ph type="title"/>
          </p:nvPr>
        </p:nvSpPr>
        <p:spPr>
          <a:xfrm>
            <a:off x="2135550" y="1189100"/>
            <a:ext cx="4872900" cy="1964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2600"/>
              <a:buNone/>
              <a:defRPr/>
            </a:lvl2pPr>
            <a:lvl3pPr lvl="2" algn="ctr">
              <a:lnSpc>
                <a:spcPct val="100000"/>
              </a:lnSpc>
              <a:spcBef>
                <a:spcPts val="0"/>
              </a:spcBef>
              <a:spcAft>
                <a:spcPts val="0"/>
              </a:spcAft>
              <a:buSzPts val="2600"/>
              <a:buNone/>
              <a:defRPr/>
            </a:lvl3pPr>
            <a:lvl4pPr lvl="3" algn="ctr">
              <a:lnSpc>
                <a:spcPct val="100000"/>
              </a:lnSpc>
              <a:spcBef>
                <a:spcPts val="0"/>
              </a:spcBef>
              <a:spcAft>
                <a:spcPts val="0"/>
              </a:spcAft>
              <a:buSzPts val="2600"/>
              <a:buNone/>
              <a:defRPr/>
            </a:lvl4pPr>
            <a:lvl5pPr lvl="4" algn="ctr">
              <a:lnSpc>
                <a:spcPct val="100000"/>
              </a:lnSpc>
              <a:spcBef>
                <a:spcPts val="0"/>
              </a:spcBef>
              <a:spcAft>
                <a:spcPts val="0"/>
              </a:spcAft>
              <a:buSzPts val="2600"/>
              <a:buNone/>
              <a:defRPr/>
            </a:lvl5pPr>
            <a:lvl6pPr lvl="5" algn="ctr">
              <a:lnSpc>
                <a:spcPct val="100000"/>
              </a:lnSpc>
              <a:spcBef>
                <a:spcPts val="0"/>
              </a:spcBef>
              <a:spcAft>
                <a:spcPts val="0"/>
              </a:spcAft>
              <a:buSzPts val="2600"/>
              <a:buNone/>
              <a:defRPr/>
            </a:lvl6pPr>
            <a:lvl7pPr lvl="6" algn="ctr">
              <a:lnSpc>
                <a:spcPct val="100000"/>
              </a:lnSpc>
              <a:spcBef>
                <a:spcPts val="0"/>
              </a:spcBef>
              <a:spcAft>
                <a:spcPts val="0"/>
              </a:spcAft>
              <a:buSzPts val="2600"/>
              <a:buNone/>
              <a:defRPr/>
            </a:lvl7pPr>
            <a:lvl8pPr lvl="7" algn="ctr">
              <a:lnSpc>
                <a:spcPct val="100000"/>
              </a:lnSpc>
              <a:spcBef>
                <a:spcPts val="0"/>
              </a:spcBef>
              <a:spcAft>
                <a:spcPts val="0"/>
              </a:spcAft>
              <a:buSzPts val="2600"/>
              <a:buNone/>
              <a:defRPr/>
            </a:lvl8pPr>
            <a:lvl9pPr lvl="8" algn="ctr">
              <a:lnSpc>
                <a:spcPct val="100000"/>
              </a:lnSpc>
              <a:spcBef>
                <a:spcPts val="0"/>
              </a:spcBef>
              <a:spcAft>
                <a:spcPts val="0"/>
              </a:spcAft>
              <a:buSzPts val="2600"/>
              <a:buNone/>
              <a:defRPr/>
            </a:lvl9pPr>
          </a:lstStyle>
          <a:p/>
        </p:txBody>
      </p:sp>
      <p:sp>
        <p:nvSpPr>
          <p:cNvPr id="100" name="Google Shape;100;p57"/>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sp>
        <p:nvSpPr>
          <p:cNvPr id="102" name="Google Shape;102;p58"/>
          <p:cNvSpPr/>
          <p:nvPr>
            <p:ph idx="2" type="pic"/>
          </p:nvPr>
        </p:nvSpPr>
        <p:spPr>
          <a:xfrm>
            <a:off x="0" y="0"/>
            <a:ext cx="9144000" cy="5143500"/>
          </a:xfrm>
          <a:prstGeom prst="rect">
            <a:avLst/>
          </a:prstGeom>
          <a:noFill/>
          <a:ln>
            <a:noFill/>
          </a:ln>
        </p:spPr>
      </p:sp>
      <p:sp>
        <p:nvSpPr>
          <p:cNvPr id="103" name="Google Shape;103;p58"/>
          <p:cNvSpPr txBox="1"/>
          <p:nvPr>
            <p:ph type="title"/>
          </p:nvPr>
        </p:nvSpPr>
        <p:spPr>
          <a:xfrm>
            <a:off x="720000" y="4014450"/>
            <a:ext cx="7704000" cy="572700"/>
          </a:xfrm>
          <a:prstGeom prst="rect">
            <a:avLst/>
          </a:prstGeom>
          <a:solidFill>
            <a:schemeClr val="accen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a:solidFill>
                  <a:schemeClr val="lt1"/>
                </a:solidFill>
              </a:defRPr>
            </a:lvl1pPr>
            <a:lvl2pPr lvl="1" algn="ctr">
              <a:lnSpc>
                <a:spcPct val="100000"/>
              </a:lnSpc>
              <a:spcBef>
                <a:spcPts val="0"/>
              </a:spcBef>
              <a:spcAft>
                <a:spcPts val="0"/>
              </a:spcAft>
              <a:buSzPts val="2600"/>
              <a:buNone/>
              <a:defRPr/>
            </a:lvl2pPr>
            <a:lvl3pPr lvl="2" algn="ctr">
              <a:lnSpc>
                <a:spcPct val="100000"/>
              </a:lnSpc>
              <a:spcBef>
                <a:spcPts val="0"/>
              </a:spcBef>
              <a:spcAft>
                <a:spcPts val="0"/>
              </a:spcAft>
              <a:buSzPts val="2600"/>
              <a:buNone/>
              <a:defRPr/>
            </a:lvl3pPr>
            <a:lvl4pPr lvl="3" algn="ctr">
              <a:lnSpc>
                <a:spcPct val="100000"/>
              </a:lnSpc>
              <a:spcBef>
                <a:spcPts val="0"/>
              </a:spcBef>
              <a:spcAft>
                <a:spcPts val="0"/>
              </a:spcAft>
              <a:buSzPts val="2600"/>
              <a:buNone/>
              <a:defRPr/>
            </a:lvl4pPr>
            <a:lvl5pPr lvl="4" algn="ctr">
              <a:lnSpc>
                <a:spcPct val="100000"/>
              </a:lnSpc>
              <a:spcBef>
                <a:spcPts val="0"/>
              </a:spcBef>
              <a:spcAft>
                <a:spcPts val="0"/>
              </a:spcAft>
              <a:buSzPts val="2600"/>
              <a:buNone/>
              <a:defRPr/>
            </a:lvl5pPr>
            <a:lvl6pPr lvl="5" algn="ctr">
              <a:lnSpc>
                <a:spcPct val="100000"/>
              </a:lnSpc>
              <a:spcBef>
                <a:spcPts val="0"/>
              </a:spcBef>
              <a:spcAft>
                <a:spcPts val="0"/>
              </a:spcAft>
              <a:buSzPts val="2600"/>
              <a:buNone/>
              <a:defRPr/>
            </a:lvl6pPr>
            <a:lvl7pPr lvl="6" algn="ctr">
              <a:lnSpc>
                <a:spcPct val="100000"/>
              </a:lnSpc>
              <a:spcBef>
                <a:spcPts val="0"/>
              </a:spcBef>
              <a:spcAft>
                <a:spcPts val="0"/>
              </a:spcAft>
              <a:buSzPts val="2600"/>
              <a:buNone/>
              <a:defRPr/>
            </a:lvl7pPr>
            <a:lvl8pPr lvl="7" algn="ctr">
              <a:lnSpc>
                <a:spcPct val="100000"/>
              </a:lnSpc>
              <a:spcBef>
                <a:spcPts val="0"/>
              </a:spcBef>
              <a:spcAft>
                <a:spcPts val="0"/>
              </a:spcAft>
              <a:buSzPts val="2600"/>
              <a:buNone/>
              <a:defRPr/>
            </a:lvl8pPr>
            <a:lvl9pPr lvl="8" algn="ctr">
              <a:lnSpc>
                <a:spcPct val="100000"/>
              </a:lnSpc>
              <a:spcBef>
                <a:spcPts val="0"/>
              </a:spcBef>
              <a:spcAft>
                <a:spcPts val="0"/>
              </a:spcAft>
              <a:buSzPts val="26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04" name="Shape 104"/>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_1">
    <p:spTree>
      <p:nvGrpSpPr>
        <p:cNvPr id="105" name="Shape 105"/>
        <p:cNvGrpSpPr/>
        <p:nvPr/>
      </p:nvGrpSpPr>
      <p:grpSpPr>
        <a:xfrm>
          <a:off x="0" y="0"/>
          <a:ext cx="0" cy="0"/>
          <a:chOff x="0" y="0"/>
          <a:chExt cx="0" cy="0"/>
        </a:xfrm>
      </p:grpSpPr>
      <p:pic>
        <p:nvPicPr>
          <p:cNvPr id="106" name="Google Shape;106;p60" title="techstartup-osc6.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
        <p:nvSpPr>
          <p:cNvPr id="107" name="Google Shape;107;p6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a:lvl1pPr>
            <a:lvl2pPr lvl="1" algn="l">
              <a:lnSpc>
                <a:spcPct val="100000"/>
              </a:lnSpc>
              <a:spcBef>
                <a:spcPts val="0"/>
              </a:spcBef>
              <a:spcAft>
                <a:spcPts val="0"/>
              </a:spcAft>
              <a:buSzPts val="2600"/>
              <a:buNone/>
              <a:defRPr/>
            </a:lvl2pPr>
            <a:lvl3pPr lvl="2" algn="l">
              <a:lnSpc>
                <a:spcPct val="100000"/>
              </a:lnSpc>
              <a:spcBef>
                <a:spcPts val="0"/>
              </a:spcBef>
              <a:spcAft>
                <a:spcPts val="0"/>
              </a:spcAft>
              <a:buSzPts val="2600"/>
              <a:buNone/>
              <a:defRPr/>
            </a:lvl3pPr>
            <a:lvl4pPr lvl="3" algn="l">
              <a:lnSpc>
                <a:spcPct val="100000"/>
              </a:lnSpc>
              <a:spcBef>
                <a:spcPts val="0"/>
              </a:spcBef>
              <a:spcAft>
                <a:spcPts val="0"/>
              </a:spcAft>
              <a:buSzPts val="2600"/>
              <a:buNone/>
              <a:defRPr/>
            </a:lvl4pPr>
            <a:lvl5pPr lvl="4" algn="l">
              <a:lnSpc>
                <a:spcPct val="100000"/>
              </a:lnSpc>
              <a:spcBef>
                <a:spcPts val="0"/>
              </a:spcBef>
              <a:spcAft>
                <a:spcPts val="0"/>
              </a:spcAft>
              <a:buSzPts val="2600"/>
              <a:buNone/>
              <a:defRPr/>
            </a:lvl5pPr>
            <a:lvl6pPr lvl="5" algn="l">
              <a:lnSpc>
                <a:spcPct val="100000"/>
              </a:lnSpc>
              <a:spcBef>
                <a:spcPts val="0"/>
              </a:spcBef>
              <a:spcAft>
                <a:spcPts val="0"/>
              </a:spcAft>
              <a:buSzPts val="2600"/>
              <a:buNone/>
              <a:defRPr/>
            </a:lvl6pPr>
            <a:lvl7pPr lvl="6" algn="l">
              <a:lnSpc>
                <a:spcPct val="100000"/>
              </a:lnSpc>
              <a:spcBef>
                <a:spcPts val="0"/>
              </a:spcBef>
              <a:spcAft>
                <a:spcPts val="0"/>
              </a:spcAft>
              <a:buSzPts val="2600"/>
              <a:buNone/>
              <a:defRPr/>
            </a:lvl7pPr>
            <a:lvl8pPr lvl="7" algn="l">
              <a:lnSpc>
                <a:spcPct val="100000"/>
              </a:lnSpc>
              <a:spcBef>
                <a:spcPts val="0"/>
              </a:spcBef>
              <a:spcAft>
                <a:spcPts val="0"/>
              </a:spcAft>
              <a:buSzPts val="2600"/>
              <a:buNone/>
              <a:defRPr/>
            </a:lvl8pPr>
            <a:lvl9pPr lvl="8" algn="l">
              <a:lnSpc>
                <a:spcPct val="100000"/>
              </a:lnSpc>
              <a:spcBef>
                <a:spcPts val="0"/>
              </a:spcBef>
              <a:spcAft>
                <a:spcPts val="0"/>
              </a:spcAft>
              <a:buSzPts val="2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8" name="Shape 108"/>
        <p:cNvGrpSpPr/>
        <p:nvPr/>
      </p:nvGrpSpPr>
      <p:grpSpPr>
        <a:xfrm>
          <a:off x="0" y="0"/>
          <a:ext cx="0" cy="0"/>
          <a:chOff x="0" y="0"/>
          <a:chExt cx="0" cy="0"/>
        </a:xfrm>
      </p:grpSpPr>
      <p:pic>
        <p:nvPicPr>
          <p:cNvPr id="109" name="Google Shape;109;p61" title="techstartup-osc4.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10" name="Shape 110"/>
        <p:cNvGrpSpPr/>
        <p:nvPr/>
      </p:nvGrpSpPr>
      <p:grpSpPr>
        <a:xfrm>
          <a:off x="0" y="0"/>
          <a:ext cx="0" cy="0"/>
          <a:chOff x="0" y="0"/>
          <a:chExt cx="0" cy="0"/>
        </a:xfrm>
      </p:grpSpPr>
      <p:pic>
        <p:nvPicPr>
          <p:cNvPr id="111" name="Google Shape;111;p62" title="techstartup-osc1.jpg"/>
          <p:cNvPicPr preferRelativeResize="0"/>
          <p:nvPr/>
        </p:nvPicPr>
        <p:blipFill rotWithShape="1">
          <a:blip r:embed="rId2">
            <a:alphaModFix/>
          </a:blip>
          <a:srcRect b="0" l="0" r="0" t="0"/>
          <a:stretch/>
        </p:blipFill>
        <p:spPr>
          <a:xfrm>
            <a:off x="0" y="0"/>
            <a:ext cx="9144000" cy="5143500"/>
          </a:xfrm>
          <a:prstGeom prst="rect">
            <a:avLst/>
          </a:prstGeom>
          <a:noFill/>
          <a:ln cap="flat" cmpd="sng" w="9525">
            <a:solidFill>
              <a:srgbClr val="FFFFFF"/>
            </a:solidFill>
            <a:prstDash val="solid"/>
            <a:round/>
            <a:headEnd len="sm" w="sm" type="none"/>
            <a:tailEnd len="sm" w="sm" type="none"/>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1pPr>
            <a:lvl2pPr lvl="1"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2pPr>
            <a:lvl3pPr lvl="2"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3pPr>
            <a:lvl4pPr lvl="3"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4pPr>
            <a:lvl5pPr lvl="4"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5pPr>
            <a:lvl6pPr lvl="5"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6pPr>
            <a:lvl7pPr lvl="6"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7pPr>
            <a:lvl8pPr lvl="7"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8pPr>
            <a:lvl9pPr lvl="8" marR="0" rtl="0" algn="l">
              <a:lnSpc>
                <a:spcPct val="100000"/>
              </a:lnSpc>
              <a:spcBef>
                <a:spcPts val="0"/>
              </a:spcBef>
              <a:spcAft>
                <a:spcPts val="0"/>
              </a:spcAft>
              <a:buClr>
                <a:schemeClr val="dk1"/>
              </a:buClr>
              <a:buSzPts val="2600"/>
              <a:buFont typeface="Syne"/>
              <a:buNone/>
              <a:defRPr b="1" i="0" sz="2600" u="none" cap="none" strike="noStrike">
                <a:solidFill>
                  <a:schemeClr val="dk1"/>
                </a:solidFill>
                <a:latin typeface="Syne"/>
                <a:ea typeface="Syne"/>
                <a:cs typeface="Syne"/>
                <a:sym typeface="Syne"/>
              </a:defRPr>
            </a:lvl9pPr>
          </a:lstStyle>
          <a:p/>
        </p:txBody>
      </p:sp>
      <p:sp>
        <p:nvSpPr>
          <p:cNvPr id="7" name="Google Shape;7;p36"/>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gif"/><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9.png"/><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13.jpg"/><Relationship Id="rId9" Type="http://schemas.openxmlformats.org/officeDocument/2006/relationships/image" Target="../media/image21.jpg"/><Relationship Id="rId5" Type="http://schemas.openxmlformats.org/officeDocument/2006/relationships/image" Target="../media/image15.png"/><Relationship Id="rId6" Type="http://schemas.openxmlformats.org/officeDocument/2006/relationships/image" Target="../media/image20.jpg"/><Relationship Id="rId7" Type="http://schemas.openxmlformats.org/officeDocument/2006/relationships/image" Target="../media/image18.jpg"/><Relationship Id="rId8"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3.jpg"/><Relationship Id="rId4" Type="http://schemas.openxmlformats.org/officeDocument/2006/relationships/image" Target="../media/image2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6.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8.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46.png"/><Relationship Id="rId4" Type="http://schemas.openxmlformats.org/officeDocument/2006/relationships/image" Target="../media/image53.jpg"/><Relationship Id="rId5"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54.jpg"/><Relationship Id="rId4" Type="http://schemas.openxmlformats.org/officeDocument/2006/relationships/image" Target="../media/image5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34.png"/><Relationship Id="rId5" Type="http://schemas.openxmlformats.org/officeDocument/2006/relationships/image" Target="../media/image36.png"/><Relationship Id="rId6" Type="http://schemas.openxmlformats.org/officeDocument/2006/relationships/image" Target="../media/image40.png"/><Relationship Id="rId7"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51.png"/><Relationship Id="rId6" Type="http://schemas.openxmlformats.org/officeDocument/2006/relationships/image" Target="../media/image5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jpg"/><Relationship Id="rId4" Type="http://schemas.openxmlformats.org/officeDocument/2006/relationships/image" Target="../media/image4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jurnal.untan.ac.id/index.php/JEFLE/article/view/82996/756766043" TargetMode="External"/><Relationship Id="rId4" Type="http://schemas.openxmlformats.org/officeDocument/2006/relationships/hyperlink" Target="http://dx.doi.org/10.1109/access.2024.3366663" TargetMode="External"/><Relationship Id="rId9" Type="http://schemas.openxmlformats.org/officeDocument/2006/relationships/hyperlink" Target="http://dx.doi.org/10.3390/s25072138" TargetMode="External"/><Relationship Id="rId5" Type="http://schemas.openxmlformats.org/officeDocument/2006/relationships/hyperlink" Target="https://www.edu.gov.mb.ca/k12/docs/support/dhh_resource/pdfs/communication.pdf" TargetMode="External"/><Relationship Id="rId6" Type="http://schemas.openxmlformats.org/officeDocument/2006/relationships/hyperlink" Target="https://germanna.edu/sites/default/files/2023-07/ASL%20Grammar%20Guide%20%28edit%207-24-23%29.pdf" TargetMode="External"/><Relationship Id="rId7" Type="http://schemas.openxmlformats.org/officeDocument/2006/relationships/hyperlink" Target="http://dx.doi.org/10.24018/ejsocial.2022.2.6.353" TargetMode="External"/><Relationship Id="rId8" Type="http://schemas.openxmlformats.org/officeDocument/2006/relationships/hyperlink" Target="http://dx.doi.org/10.3390/bs1304033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1"/>
          <p:cNvSpPr txBox="1"/>
          <p:nvPr>
            <p:ph idx="1" type="subTitle"/>
          </p:nvPr>
        </p:nvSpPr>
        <p:spPr>
          <a:xfrm>
            <a:off x="6303025" y="3933000"/>
            <a:ext cx="2409000" cy="657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200"/>
              <a:buNone/>
            </a:pPr>
            <a:r>
              <a:rPr lang="en"/>
              <a:t>Interactive Quests For Your Hands!</a:t>
            </a:r>
            <a:endParaRPr/>
          </a:p>
        </p:txBody>
      </p:sp>
      <p:sp>
        <p:nvSpPr>
          <p:cNvPr id="117" name="Google Shape;117;p1"/>
          <p:cNvSpPr txBox="1"/>
          <p:nvPr>
            <p:ph type="ctrTitle"/>
          </p:nvPr>
        </p:nvSpPr>
        <p:spPr>
          <a:xfrm>
            <a:off x="536800" y="915675"/>
            <a:ext cx="3522900" cy="927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a:t>SignQuest</a:t>
            </a:r>
            <a:endParaRPr/>
          </a:p>
        </p:txBody>
      </p:sp>
      <p:sp>
        <p:nvSpPr>
          <p:cNvPr id="118" name="Google Shape;118;p1"/>
          <p:cNvSpPr txBox="1"/>
          <p:nvPr/>
        </p:nvSpPr>
        <p:spPr>
          <a:xfrm>
            <a:off x="536800" y="3130100"/>
            <a:ext cx="5557800" cy="495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lang="en" sz="1200">
                <a:solidFill>
                  <a:schemeClr val="dk1"/>
                </a:solidFill>
                <a:latin typeface="Syne"/>
                <a:ea typeface="Syne"/>
                <a:cs typeface="Syne"/>
                <a:sym typeface="Syne"/>
              </a:rPr>
              <a:t>Group 4: Adam Kolodziejczak, Caleb Radbourne, Ethan Gonsalves, Om Sathe</a:t>
            </a:r>
            <a:endParaRPr sz="1200">
              <a:solidFill>
                <a:schemeClr val="dk1"/>
              </a:solidFill>
              <a:latin typeface="Syne"/>
              <a:ea typeface="Syne"/>
              <a:cs typeface="Syne"/>
              <a:sym typeface="Syne"/>
            </a:endParaRPr>
          </a:p>
        </p:txBody>
      </p:sp>
      <p:cxnSp>
        <p:nvCxnSpPr>
          <p:cNvPr id="119" name="Google Shape;119;p1"/>
          <p:cNvCxnSpPr/>
          <p:nvPr/>
        </p:nvCxnSpPr>
        <p:spPr>
          <a:xfrm>
            <a:off x="1430700" y="4800200"/>
            <a:ext cx="8245500" cy="0"/>
          </a:xfrm>
          <a:prstGeom prst="straightConnector1">
            <a:avLst/>
          </a:prstGeom>
          <a:noFill/>
          <a:ln cap="flat" cmpd="sng" w="9525">
            <a:solidFill>
              <a:schemeClr val="dk1"/>
            </a:solidFill>
            <a:prstDash val="solid"/>
            <a:round/>
            <a:headEnd len="sm" w="sm" type="none"/>
            <a:tailEnd len="sm" w="sm" type="none"/>
          </a:ln>
        </p:spPr>
      </p:cxnSp>
      <p:pic>
        <p:nvPicPr>
          <p:cNvPr descr="File:American Sign Language Alphabet.gif - Wikipedia" id="120" name="Google Shape;120;p1"/>
          <p:cNvPicPr preferRelativeResize="0"/>
          <p:nvPr/>
        </p:nvPicPr>
        <p:blipFill rotWithShape="1">
          <a:blip r:embed="rId3">
            <a:alphaModFix/>
          </a:blip>
          <a:srcRect b="22014" l="42703" r="39735" t="61050"/>
          <a:stretch/>
        </p:blipFill>
        <p:spPr>
          <a:xfrm>
            <a:off x="536800" y="2165375"/>
            <a:ext cx="801315" cy="812750"/>
          </a:xfrm>
          <a:prstGeom prst="rect">
            <a:avLst/>
          </a:prstGeom>
          <a:noFill/>
          <a:ln>
            <a:noFill/>
          </a:ln>
        </p:spPr>
      </p:pic>
      <p:pic>
        <p:nvPicPr>
          <p:cNvPr descr="File:American Sign Language Alphabet.gif - Wikipedia" id="121" name="Google Shape;121;p1"/>
          <p:cNvPicPr preferRelativeResize="0"/>
          <p:nvPr/>
        </p:nvPicPr>
        <p:blipFill rotWithShape="1">
          <a:blip r:embed="rId3">
            <a:alphaModFix/>
          </a:blip>
          <a:srcRect b="61514" l="45863" r="40922" t="21434"/>
          <a:stretch/>
        </p:blipFill>
        <p:spPr>
          <a:xfrm>
            <a:off x="1338114" y="2165375"/>
            <a:ext cx="598867" cy="812750"/>
          </a:xfrm>
          <a:prstGeom prst="rect">
            <a:avLst/>
          </a:prstGeom>
          <a:noFill/>
          <a:ln>
            <a:noFill/>
          </a:ln>
        </p:spPr>
      </p:pic>
      <p:pic>
        <p:nvPicPr>
          <p:cNvPr descr="File:American Sign Language Alphabet.gif - Wikipedia" id="122" name="Google Shape;122;p1"/>
          <p:cNvPicPr preferRelativeResize="0"/>
          <p:nvPr/>
        </p:nvPicPr>
        <p:blipFill rotWithShape="1">
          <a:blip r:embed="rId3">
            <a:alphaModFix/>
          </a:blip>
          <a:srcRect b="41606" l="40645" r="42864" t="41539"/>
          <a:stretch/>
        </p:blipFill>
        <p:spPr>
          <a:xfrm>
            <a:off x="2766784" y="2165375"/>
            <a:ext cx="756041" cy="812750"/>
          </a:xfrm>
          <a:prstGeom prst="rect">
            <a:avLst/>
          </a:prstGeom>
          <a:noFill/>
          <a:ln>
            <a:noFill/>
          </a:ln>
        </p:spPr>
      </p:pic>
      <p:pic>
        <p:nvPicPr>
          <p:cNvPr descr="File:American Sign Language Alphabet.gif - Wikipedia" id="123" name="Google Shape;123;p1"/>
          <p:cNvPicPr preferRelativeResize="0"/>
          <p:nvPr/>
        </p:nvPicPr>
        <p:blipFill rotWithShape="1">
          <a:blip r:embed="rId3">
            <a:alphaModFix/>
          </a:blip>
          <a:srcRect b="61513" l="1227" r="81014" t="21949"/>
          <a:stretch/>
        </p:blipFill>
        <p:spPr>
          <a:xfrm>
            <a:off x="1936977" y="2165375"/>
            <a:ext cx="829806" cy="812750"/>
          </a:xfrm>
          <a:prstGeom prst="rect">
            <a:avLst/>
          </a:prstGeom>
          <a:noFill/>
          <a:ln>
            <a:noFill/>
          </a:ln>
        </p:spPr>
      </p:pic>
      <p:pic>
        <p:nvPicPr>
          <p:cNvPr descr="File:American Sign Language Alphabet.gif - Wikipedia" id="124" name="Google Shape;124;p1"/>
          <p:cNvPicPr preferRelativeResize="0"/>
          <p:nvPr/>
        </p:nvPicPr>
        <p:blipFill rotWithShape="1">
          <a:blip r:embed="rId3">
            <a:alphaModFix/>
          </a:blip>
          <a:srcRect b="22581" l="1733" r="78743" t="60406"/>
          <a:stretch/>
        </p:blipFill>
        <p:spPr>
          <a:xfrm>
            <a:off x="3522819" y="2165375"/>
            <a:ext cx="886818" cy="812750"/>
          </a:xfrm>
          <a:prstGeom prst="rect">
            <a:avLst/>
          </a:prstGeom>
          <a:noFill/>
          <a:ln>
            <a:noFill/>
          </a:ln>
        </p:spPr>
      </p:pic>
      <p:pic>
        <p:nvPicPr>
          <p:cNvPr descr="File:American Sign Language Alphabet.gif - Wikipedia" id="125" name="Google Shape;125;p1"/>
          <p:cNvPicPr preferRelativeResize="0"/>
          <p:nvPr/>
        </p:nvPicPr>
        <p:blipFill rotWithShape="1">
          <a:blip r:embed="rId3">
            <a:alphaModFix/>
          </a:blip>
          <a:srcRect b="21814" l="83167" r="0" t="60159"/>
          <a:stretch/>
        </p:blipFill>
        <p:spPr>
          <a:xfrm>
            <a:off x="4409636" y="2165375"/>
            <a:ext cx="721584" cy="812750"/>
          </a:xfrm>
          <a:prstGeom prst="rect">
            <a:avLst/>
          </a:prstGeom>
          <a:noFill/>
          <a:ln>
            <a:noFill/>
          </a:ln>
        </p:spPr>
      </p:pic>
      <p:pic>
        <p:nvPicPr>
          <p:cNvPr descr="File:American Sign Language Alphabet.gif - Wikipedia" id="126" name="Google Shape;126;p1"/>
          <p:cNvPicPr preferRelativeResize="0"/>
          <p:nvPr/>
        </p:nvPicPr>
        <p:blipFill rotWithShape="1">
          <a:blip r:embed="rId3">
            <a:alphaModFix/>
          </a:blip>
          <a:srcRect b="80165" l="68090" r="16034" t="2554"/>
          <a:stretch/>
        </p:blipFill>
        <p:spPr>
          <a:xfrm>
            <a:off x="5114150" y="2165375"/>
            <a:ext cx="709902" cy="812750"/>
          </a:xfrm>
          <a:prstGeom prst="rect">
            <a:avLst/>
          </a:prstGeom>
          <a:noFill/>
          <a:ln>
            <a:noFill/>
          </a:ln>
        </p:spPr>
      </p:pic>
      <p:pic>
        <p:nvPicPr>
          <p:cNvPr descr="File:American Sign Language Alphabet.gif - Wikipedia" id="127" name="Google Shape;127;p1"/>
          <p:cNvPicPr preferRelativeResize="0"/>
          <p:nvPr/>
        </p:nvPicPr>
        <p:blipFill rotWithShape="1">
          <a:blip r:embed="rId3">
            <a:alphaModFix/>
          </a:blip>
          <a:srcRect b="22214" l="43321" r="38647" t="61525"/>
          <a:stretch/>
        </p:blipFill>
        <p:spPr>
          <a:xfrm>
            <a:off x="5824045" y="2165375"/>
            <a:ext cx="856955" cy="812750"/>
          </a:xfrm>
          <a:prstGeom prst="rect">
            <a:avLst/>
          </a:prstGeom>
          <a:noFill/>
          <a:ln>
            <a:noFill/>
          </a:ln>
        </p:spPr>
      </p:pic>
      <p:pic>
        <p:nvPicPr>
          <p:cNvPr descr="File:American Sign Language Alphabet.gif - Wikipedia" id="128" name="Google Shape;128;p1"/>
          <p:cNvPicPr preferRelativeResize="0"/>
          <p:nvPr/>
        </p:nvPicPr>
        <p:blipFill rotWithShape="1">
          <a:blip r:embed="rId3">
            <a:alphaModFix/>
          </a:blip>
          <a:srcRect b="22396" l="63842" r="19819" t="60430"/>
          <a:stretch/>
        </p:blipFill>
        <p:spPr>
          <a:xfrm>
            <a:off x="6661875" y="2165375"/>
            <a:ext cx="735168" cy="812750"/>
          </a:xfrm>
          <a:prstGeom prst="rect">
            <a:avLst/>
          </a:prstGeom>
          <a:noFill/>
          <a:ln>
            <a:noFill/>
          </a:ln>
        </p:spPr>
      </p:pic>
      <p:pic>
        <p:nvPicPr>
          <p:cNvPr id="129" name="Google Shape;129;p1" title="svgviewer-png-output.png"/>
          <p:cNvPicPr preferRelativeResize="0"/>
          <p:nvPr/>
        </p:nvPicPr>
        <p:blipFill rotWithShape="1">
          <a:blip r:embed="rId4">
            <a:alphaModFix/>
          </a:blip>
          <a:srcRect b="30714" l="10559" r="21445" t="7373"/>
          <a:stretch/>
        </p:blipFill>
        <p:spPr>
          <a:xfrm>
            <a:off x="4147525" y="803675"/>
            <a:ext cx="1138550" cy="115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ph type="title"/>
          </p:nvPr>
        </p:nvSpPr>
        <p:spPr>
          <a:xfrm>
            <a:off x="1401875" y="256188"/>
            <a:ext cx="1704600" cy="572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600"/>
              <a:buNone/>
            </a:pPr>
            <a:r>
              <a:rPr lang="en"/>
              <a:t>Problem</a:t>
            </a:r>
            <a:endParaRPr/>
          </a:p>
        </p:txBody>
      </p:sp>
      <p:pic>
        <p:nvPicPr>
          <p:cNvPr descr="Flashcard 1080P, 2K, 4K, 5K HD wallpapers free download ..." id="135" name="Google Shape;135;p4"/>
          <p:cNvPicPr preferRelativeResize="0"/>
          <p:nvPr/>
        </p:nvPicPr>
        <p:blipFill rotWithShape="1">
          <a:blip r:embed="rId3">
            <a:alphaModFix/>
          </a:blip>
          <a:srcRect b="5183" l="0" r="0" t="7836"/>
          <a:stretch/>
        </p:blipFill>
        <p:spPr>
          <a:xfrm>
            <a:off x="389175" y="932363"/>
            <a:ext cx="2360824" cy="1369774"/>
          </a:xfrm>
          <a:prstGeom prst="rect">
            <a:avLst/>
          </a:prstGeom>
          <a:noFill/>
          <a:ln>
            <a:noFill/>
          </a:ln>
        </p:spPr>
      </p:pic>
      <p:pic>
        <p:nvPicPr>
          <p:cNvPr descr="Illustration of woman holding page of a feedback survey | free ..." id="136" name="Google Shape;136;p4"/>
          <p:cNvPicPr preferRelativeResize="0"/>
          <p:nvPr/>
        </p:nvPicPr>
        <p:blipFill>
          <a:blip r:embed="rId4">
            <a:alphaModFix/>
          </a:blip>
          <a:stretch>
            <a:fillRect/>
          </a:stretch>
        </p:blipFill>
        <p:spPr>
          <a:xfrm>
            <a:off x="389167" y="2704800"/>
            <a:ext cx="2004208" cy="1574750"/>
          </a:xfrm>
          <a:prstGeom prst="rect">
            <a:avLst/>
          </a:prstGeom>
          <a:noFill/>
          <a:ln>
            <a:noFill/>
          </a:ln>
        </p:spPr>
      </p:pic>
      <p:pic>
        <p:nvPicPr>
          <p:cNvPr descr="Public Domain Clip Art Image | Cross Out | ID: 13929221412061 ..." id="137" name="Google Shape;137;p4"/>
          <p:cNvPicPr preferRelativeResize="0"/>
          <p:nvPr/>
        </p:nvPicPr>
        <p:blipFill>
          <a:blip r:embed="rId5">
            <a:alphaModFix/>
          </a:blip>
          <a:stretch>
            <a:fillRect/>
          </a:stretch>
        </p:blipFill>
        <p:spPr>
          <a:xfrm>
            <a:off x="745446" y="2982400"/>
            <a:ext cx="1019504" cy="1019525"/>
          </a:xfrm>
          <a:prstGeom prst="rect">
            <a:avLst/>
          </a:prstGeom>
          <a:noFill/>
          <a:ln>
            <a:noFill/>
          </a:ln>
        </p:spPr>
      </p:pic>
      <p:pic>
        <p:nvPicPr>
          <p:cNvPr descr="Silhouette of man watching TV | free photos | UIHere" id="138" name="Google Shape;138;p4"/>
          <p:cNvPicPr preferRelativeResize="0"/>
          <p:nvPr/>
        </p:nvPicPr>
        <p:blipFill rotWithShape="1">
          <a:blip r:embed="rId6">
            <a:alphaModFix/>
          </a:blip>
          <a:srcRect b="0" l="0" r="7364" t="8725"/>
          <a:stretch/>
        </p:blipFill>
        <p:spPr>
          <a:xfrm>
            <a:off x="2112750" y="1831588"/>
            <a:ext cx="2187025" cy="1435575"/>
          </a:xfrm>
          <a:prstGeom prst="rect">
            <a:avLst/>
          </a:prstGeom>
          <a:noFill/>
          <a:ln>
            <a:noFill/>
          </a:ln>
        </p:spPr>
      </p:pic>
      <p:pic>
        <p:nvPicPr>
          <p:cNvPr descr="Robot Chatting System Free Stock Photo - Public Domain Pictures" id="139" name="Google Shape;139;p4"/>
          <p:cNvPicPr preferRelativeResize="0"/>
          <p:nvPr/>
        </p:nvPicPr>
        <p:blipFill>
          <a:blip r:embed="rId7">
            <a:alphaModFix/>
          </a:blip>
          <a:stretch>
            <a:fillRect/>
          </a:stretch>
        </p:blipFill>
        <p:spPr>
          <a:xfrm>
            <a:off x="6335500" y="864513"/>
            <a:ext cx="2284175" cy="1630500"/>
          </a:xfrm>
          <a:prstGeom prst="rect">
            <a:avLst/>
          </a:prstGeom>
          <a:noFill/>
          <a:ln>
            <a:noFill/>
          </a:ln>
        </p:spPr>
      </p:pic>
      <p:pic>
        <p:nvPicPr>
          <p:cNvPr descr="Datei:Google Opinion Rewards app logo.png – Wikipedia" id="140" name="Google Shape;140;p4"/>
          <p:cNvPicPr preferRelativeResize="0"/>
          <p:nvPr/>
        </p:nvPicPr>
        <p:blipFill>
          <a:blip r:embed="rId8">
            <a:alphaModFix/>
          </a:blip>
          <a:stretch>
            <a:fillRect/>
          </a:stretch>
        </p:blipFill>
        <p:spPr>
          <a:xfrm>
            <a:off x="4980225" y="1598313"/>
            <a:ext cx="1861949" cy="1861949"/>
          </a:xfrm>
          <a:prstGeom prst="rect">
            <a:avLst/>
          </a:prstGeom>
          <a:noFill/>
          <a:ln>
            <a:noFill/>
          </a:ln>
        </p:spPr>
      </p:pic>
      <p:cxnSp>
        <p:nvCxnSpPr>
          <p:cNvPr id="141" name="Google Shape;141;p4"/>
          <p:cNvCxnSpPr/>
          <p:nvPr/>
        </p:nvCxnSpPr>
        <p:spPr>
          <a:xfrm>
            <a:off x="4635500" y="204150"/>
            <a:ext cx="9000" cy="4735200"/>
          </a:xfrm>
          <a:prstGeom prst="straightConnector1">
            <a:avLst/>
          </a:prstGeom>
          <a:noFill/>
          <a:ln cap="flat" cmpd="sng" w="114300">
            <a:solidFill>
              <a:schemeClr val="dk2"/>
            </a:solidFill>
            <a:prstDash val="solid"/>
            <a:round/>
            <a:headEnd len="med" w="med" type="none"/>
            <a:tailEnd len="med" w="med" type="none"/>
          </a:ln>
        </p:spPr>
      </p:cxnSp>
      <p:pic>
        <p:nvPicPr>
          <p:cNvPr descr="Free the lonely child photos | Hippopx" id="142" name="Google Shape;142;p4"/>
          <p:cNvPicPr preferRelativeResize="0"/>
          <p:nvPr/>
        </p:nvPicPr>
        <p:blipFill rotWithShape="1">
          <a:blip r:embed="rId9">
            <a:alphaModFix/>
          </a:blip>
          <a:srcRect b="0" l="13807" r="0" t="13822"/>
          <a:stretch/>
        </p:blipFill>
        <p:spPr>
          <a:xfrm>
            <a:off x="2241821" y="3517538"/>
            <a:ext cx="2057957" cy="1369775"/>
          </a:xfrm>
          <a:prstGeom prst="rect">
            <a:avLst/>
          </a:prstGeom>
          <a:noFill/>
          <a:ln>
            <a:noFill/>
          </a:ln>
        </p:spPr>
      </p:pic>
      <p:pic>
        <p:nvPicPr>
          <p:cNvPr descr="Vector illustration of guy and girl interacting | Public domain ..." id="143" name="Google Shape;143;p4"/>
          <p:cNvPicPr preferRelativeResize="0"/>
          <p:nvPr/>
        </p:nvPicPr>
        <p:blipFill>
          <a:blip r:embed="rId10">
            <a:alphaModFix/>
          </a:blip>
          <a:stretch>
            <a:fillRect/>
          </a:stretch>
        </p:blipFill>
        <p:spPr>
          <a:xfrm>
            <a:off x="5856300" y="3302663"/>
            <a:ext cx="1861950" cy="1549142"/>
          </a:xfrm>
          <a:prstGeom prst="rect">
            <a:avLst/>
          </a:prstGeom>
          <a:noFill/>
          <a:ln>
            <a:noFill/>
          </a:ln>
        </p:spPr>
      </p:pic>
      <p:pic>
        <p:nvPicPr>
          <p:cNvPr descr="Vector clip art of typical low-cost webcam | Public domain vectors" id="144" name="Google Shape;144;p4"/>
          <p:cNvPicPr preferRelativeResize="0"/>
          <p:nvPr/>
        </p:nvPicPr>
        <p:blipFill>
          <a:blip r:embed="rId11">
            <a:alphaModFix/>
          </a:blip>
          <a:stretch>
            <a:fillRect/>
          </a:stretch>
        </p:blipFill>
        <p:spPr>
          <a:xfrm>
            <a:off x="7177900" y="2337638"/>
            <a:ext cx="1369775" cy="1369775"/>
          </a:xfrm>
          <a:prstGeom prst="rect">
            <a:avLst/>
          </a:prstGeom>
          <a:noFill/>
          <a:ln>
            <a:noFill/>
          </a:ln>
        </p:spPr>
      </p:pic>
      <p:sp>
        <p:nvSpPr>
          <p:cNvPr id="145" name="Google Shape;145;p4"/>
          <p:cNvSpPr txBox="1"/>
          <p:nvPr/>
        </p:nvSpPr>
        <p:spPr>
          <a:xfrm>
            <a:off x="5982475" y="291688"/>
            <a:ext cx="2058000" cy="5727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2600"/>
              <a:buFont typeface="Arial"/>
              <a:buNone/>
            </a:pPr>
            <a:r>
              <a:rPr lang="en" sz="2600">
                <a:solidFill>
                  <a:schemeClr val="dk1"/>
                </a:solidFill>
                <a:latin typeface="Syne SemiBold"/>
                <a:ea typeface="Syne SemiBold"/>
                <a:cs typeface="Syne SemiBold"/>
                <a:sym typeface="Syne SemiBold"/>
              </a:rPr>
              <a:t>Motivation</a:t>
            </a:r>
            <a:endParaRPr sz="1200">
              <a:solidFill>
                <a:schemeClr val="dk1"/>
              </a:solidFill>
              <a:latin typeface="Albert Sans"/>
              <a:ea typeface="Albert Sans"/>
              <a:cs typeface="Albert Sans"/>
              <a:sym typeface="Alber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6"/>
          <p:cNvSpPr txBox="1"/>
          <p:nvPr>
            <p:ph type="title"/>
          </p:nvPr>
        </p:nvSpPr>
        <p:spPr>
          <a:xfrm>
            <a:off x="762754" y="649525"/>
            <a:ext cx="7618500" cy="6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600"/>
              <a:buNone/>
            </a:pPr>
            <a:r>
              <a:rPr lang="en" sz="2600"/>
              <a:t>Target Audience                 Learning Objectives</a:t>
            </a:r>
            <a:endParaRPr sz="2600"/>
          </a:p>
          <a:p>
            <a:pPr indent="0" lvl="0" marL="0" rtl="0" algn="l">
              <a:lnSpc>
                <a:spcPct val="100000"/>
              </a:lnSpc>
              <a:spcBef>
                <a:spcPts val="0"/>
              </a:spcBef>
              <a:spcAft>
                <a:spcPts val="0"/>
              </a:spcAft>
              <a:buSzPts val="2600"/>
              <a:buNone/>
            </a:pPr>
            <a:r>
              <a:t/>
            </a:r>
            <a:endParaRPr/>
          </a:p>
        </p:txBody>
      </p:sp>
      <p:sp>
        <p:nvSpPr>
          <p:cNvPr id="151" name="Google Shape;151;p6"/>
          <p:cNvSpPr txBox="1"/>
          <p:nvPr>
            <p:ph idx="1" type="body"/>
          </p:nvPr>
        </p:nvSpPr>
        <p:spPr>
          <a:xfrm>
            <a:off x="545250" y="3716825"/>
            <a:ext cx="3509700" cy="15477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No to Little ASL </a:t>
            </a:r>
            <a:r>
              <a:rPr lang="en"/>
              <a:t>Experiences</a:t>
            </a:r>
            <a:endParaRPr/>
          </a:p>
          <a:p>
            <a:pPr indent="-317500" lvl="0" marL="457200" rtl="0" algn="l">
              <a:lnSpc>
                <a:spcPct val="100000"/>
              </a:lnSpc>
              <a:spcBef>
                <a:spcPts val="0"/>
              </a:spcBef>
              <a:spcAft>
                <a:spcPts val="0"/>
              </a:spcAft>
              <a:buSzPts val="1400"/>
              <a:buChar char="-"/>
            </a:pPr>
            <a:r>
              <a:rPr lang="en"/>
              <a:t>Students (High School/ Post Secondary)</a:t>
            </a:r>
            <a:endParaRPr/>
          </a:p>
          <a:p>
            <a:pPr indent="-317500" lvl="0" marL="457200" rtl="0" algn="l">
              <a:lnSpc>
                <a:spcPct val="100000"/>
              </a:lnSpc>
              <a:spcBef>
                <a:spcPts val="0"/>
              </a:spcBef>
              <a:spcAft>
                <a:spcPts val="0"/>
              </a:spcAft>
              <a:buSzPts val="1400"/>
              <a:buChar char="-"/>
            </a:pPr>
            <a:r>
              <a:rPr lang="en"/>
              <a:t>Self </a:t>
            </a:r>
            <a:r>
              <a:rPr lang="en"/>
              <a:t>Learners beyond Post Secondary</a:t>
            </a:r>
            <a:endParaRPr/>
          </a:p>
        </p:txBody>
      </p:sp>
      <p:pic>
        <p:nvPicPr>
          <p:cNvPr descr="ASL workshop: enhances communication, one sign at a time &gt; U.S. ..." id="152" name="Google Shape;152;p6"/>
          <p:cNvPicPr preferRelativeResize="0"/>
          <p:nvPr/>
        </p:nvPicPr>
        <p:blipFill>
          <a:blip r:embed="rId3">
            <a:alphaModFix/>
          </a:blip>
          <a:stretch>
            <a:fillRect/>
          </a:stretch>
        </p:blipFill>
        <p:spPr>
          <a:xfrm>
            <a:off x="525625" y="1302575"/>
            <a:ext cx="3548950" cy="2368901"/>
          </a:xfrm>
          <a:prstGeom prst="rect">
            <a:avLst/>
          </a:prstGeom>
          <a:noFill/>
          <a:ln cap="flat" cmpd="sng" w="28575">
            <a:solidFill>
              <a:srgbClr val="000000"/>
            </a:solidFill>
            <a:prstDash val="solid"/>
            <a:round/>
            <a:headEnd len="sm" w="sm" type="none"/>
            <a:tailEnd len="sm" w="sm" type="none"/>
          </a:ln>
        </p:spPr>
      </p:pic>
      <p:pic>
        <p:nvPicPr>
          <p:cNvPr descr="Royalty-Free photo: Three red darts on dartboard | PickPik" id="153" name="Google Shape;153;p6"/>
          <p:cNvPicPr preferRelativeResize="0"/>
          <p:nvPr/>
        </p:nvPicPr>
        <p:blipFill>
          <a:blip r:embed="rId4">
            <a:alphaModFix/>
          </a:blip>
          <a:stretch>
            <a:fillRect/>
          </a:stretch>
        </p:blipFill>
        <p:spPr>
          <a:xfrm>
            <a:off x="4749894" y="1279900"/>
            <a:ext cx="3631357" cy="2414250"/>
          </a:xfrm>
          <a:prstGeom prst="rect">
            <a:avLst/>
          </a:prstGeom>
          <a:noFill/>
          <a:ln cap="flat" cmpd="sng" w="28575">
            <a:solidFill>
              <a:srgbClr val="000000"/>
            </a:solidFill>
            <a:prstDash val="solid"/>
            <a:round/>
            <a:headEnd len="sm" w="sm" type="none"/>
            <a:tailEnd len="sm" w="sm" type="none"/>
          </a:ln>
        </p:spPr>
      </p:pic>
      <p:sp>
        <p:nvSpPr>
          <p:cNvPr id="154" name="Google Shape;154;p6"/>
          <p:cNvSpPr txBox="1"/>
          <p:nvPr>
            <p:ph idx="1" type="body"/>
          </p:nvPr>
        </p:nvSpPr>
        <p:spPr>
          <a:xfrm>
            <a:off x="4154725" y="3769425"/>
            <a:ext cx="4835100" cy="15477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b="1" lang="en"/>
              <a:t>Accuracy:</a:t>
            </a:r>
            <a:r>
              <a:rPr lang="en"/>
              <a:t> Produce 100+ ASL signs with 85% accuracy</a:t>
            </a:r>
            <a:endParaRPr/>
          </a:p>
          <a:p>
            <a:pPr indent="-317500" lvl="0" marL="457200" rtl="0" algn="l">
              <a:lnSpc>
                <a:spcPct val="100000"/>
              </a:lnSpc>
              <a:spcBef>
                <a:spcPts val="0"/>
              </a:spcBef>
              <a:spcAft>
                <a:spcPts val="0"/>
              </a:spcAft>
              <a:buSzPts val="1400"/>
              <a:buChar char="-"/>
            </a:pPr>
            <a:r>
              <a:rPr b="1" lang="en"/>
              <a:t>Form: </a:t>
            </a:r>
            <a:r>
              <a:rPr lang="en"/>
              <a:t>Correctly execute handshape, </a:t>
            </a:r>
            <a:r>
              <a:rPr lang="en"/>
              <a:t>orientation</a:t>
            </a:r>
            <a:r>
              <a:rPr lang="en"/>
              <a:t>, and motion</a:t>
            </a:r>
            <a:endParaRPr/>
          </a:p>
          <a:p>
            <a:pPr indent="-317500" lvl="0" marL="457200" rtl="0" algn="l">
              <a:lnSpc>
                <a:spcPct val="100000"/>
              </a:lnSpc>
              <a:spcBef>
                <a:spcPts val="0"/>
              </a:spcBef>
              <a:spcAft>
                <a:spcPts val="0"/>
              </a:spcAft>
              <a:buSzPts val="1400"/>
              <a:buChar char="-"/>
            </a:pPr>
            <a:r>
              <a:rPr b="1" lang="en"/>
              <a:t>Fluency: </a:t>
            </a:r>
            <a:r>
              <a:rPr lang="en"/>
              <a:t>Complete real-world simulations like “Ordering Coffee”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txBox="1"/>
          <p:nvPr>
            <p:ph type="title"/>
          </p:nvPr>
        </p:nvSpPr>
        <p:spPr>
          <a:xfrm>
            <a:off x="623150" y="259400"/>
            <a:ext cx="5940300" cy="66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What do other </a:t>
            </a:r>
            <a:r>
              <a:rPr lang="en"/>
              <a:t>similar</a:t>
            </a:r>
            <a:r>
              <a:rPr lang="en"/>
              <a:t> apps offer?</a:t>
            </a:r>
            <a:endParaRPr/>
          </a:p>
        </p:txBody>
      </p:sp>
      <p:graphicFrame>
        <p:nvGraphicFramePr>
          <p:cNvPr id="160" name="Google Shape;160;p7"/>
          <p:cNvGraphicFramePr/>
          <p:nvPr/>
        </p:nvGraphicFramePr>
        <p:xfrm>
          <a:off x="590813" y="1086500"/>
          <a:ext cx="3000000" cy="3000000"/>
        </p:xfrm>
        <a:graphic>
          <a:graphicData uri="http://schemas.openxmlformats.org/drawingml/2006/table">
            <a:tbl>
              <a:tblPr>
                <a:noFill/>
                <a:tableStyleId>{B7650992-BE3A-41FC-AB83-65823EBC37EA}</a:tableStyleId>
              </a:tblPr>
              <a:tblGrid>
                <a:gridCol w="1721025"/>
                <a:gridCol w="1520175"/>
                <a:gridCol w="1573725"/>
                <a:gridCol w="1573725"/>
                <a:gridCol w="1573725"/>
              </a:tblGrid>
              <a:tr h="753525">
                <a:tc>
                  <a:txBody>
                    <a:bodyPr/>
                    <a:lstStyle/>
                    <a:p>
                      <a:pPr indent="0" lvl="0" marL="0" rtl="0" algn="ctr">
                        <a:spcBef>
                          <a:spcPts val="0"/>
                        </a:spcBef>
                        <a:spcAft>
                          <a:spcPts val="0"/>
                        </a:spcAft>
                        <a:buNone/>
                      </a:pPr>
                      <a:r>
                        <a:rPr lang="en" sz="1600">
                          <a:solidFill>
                            <a:schemeClr val="dk1"/>
                          </a:solidFill>
                          <a:latin typeface="Syne Medium"/>
                          <a:ea typeface="Syne Medium"/>
                          <a:cs typeface="Syne Medium"/>
                          <a:sym typeface="Syne Medium"/>
                        </a:rPr>
                        <a:t>APP</a:t>
                      </a:r>
                      <a:endParaRPr sz="1600">
                        <a:solidFill>
                          <a:schemeClr val="dk1"/>
                        </a:solidFill>
                        <a:latin typeface="Syne Medium"/>
                        <a:ea typeface="Syne Medium"/>
                        <a:cs typeface="Syne Medium"/>
                        <a:sym typeface="Syne Medium"/>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rgbClr val="000000"/>
                        </a:buClr>
                        <a:buSzPts val="2400"/>
                        <a:buFont typeface="Arial"/>
                        <a:buNone/>
                      </a:pPr>
                      <a:r>
                        <a:rPr lang="en" sz="1600">
                          <a:solidFill>
                            <a:schemeClr val="dk1"/>
                          </a:solidFill>
                          <a:latin typeface="Syne Medium"/>
                          <a:ea typeface="Syne Medium"/>
                          <a:cs typeface="Syne Medium"/>
                          <a:sym typeface="Syne Medium"/>
                        </a:rPr>
                        <a:t>SignSchool</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sz="1600">
                          <a:solidFill>
                            <a:schemeClr val="dk1"/>
                          </a:solidFill>
                          <a:latin typeface="Syne Medium"/>
                          <a:ea typeface="Syne Medium"/>
                          <a:cs typeface="Syne Medium"/>
                          <a:sym typeface="Syne Medium"/>
                        </a:rPr>
                        <a:t>ASL Dictionary</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rgbClr val="000000"/>
                        </a:buClr>
                        <a:buSzPts val="2400"/>
                        <a:buFont typeface="Arial"/>
                        <a:buNone/>
                      </a:pPr>
                      <a:r>
                        <a:rPr lang="en" sz="1600">
                          <a:solidFill>
                            <a:schemeClr val="dk1"/>
                          </a:solidFill>
                          <a:latin typeface="Syne Medium"/>
                          <a:ea typeface="Syne Medium"/>
                          <a:cs typeface="Syne Medium"/>
                          <a:sym typeface="Syne Medium"/>
                        </a:rPr>
                        <a:t>Lingvo</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Clr>
                          <a:srgbClr val="000000"/>
                        </a:buClr>
                        <a:buSzPts val="2400"/>
                        <a:buFont typeface="Arial"/>
                        <a:buNone/>
                      </a:pPr>
                      <a:r>
                        <a:rPr lang="en" sz="1600">
                          <a:solidFill>
                            <a:schemeClr val="dk1"/>
                          </a:solidFill>
                          <a:latin typeface="Syne Medium"/>
                          <a:ea typeface="Syne Medium"/>
                          <a:cs typeface="Syne Medium"/>
                          <a:sym typeface="Syne Medium"/>
                        </a:rPr>
                        <a:t>Duolingo</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r>
              <a:tr h="672850">
                <a:tc>
                  <a:txBody>
                    <a:bodyPr/>
                    <a:lstStyle/>
                    <a:p>
                      <a:pPr indent="0" lvl="0" marL="0" rtl="0" algn="ctr">
                        <a:spcBef>
                          <a:spcPts val="0"/>
                        </a:spcBef>
                        <a:spcAft>
                          <a:spcPts val="0"/>
                        </a:spcAft>
                        <a:buNone/>
                      </a:pPr>
                      <a:r>
                        <a:rPr lang="en" sz="1600">
                          <a:solidFill>
                            <a:schemeClr val="dk1"/>
                          </a:solidFill>
                          <a:latin typeface="Syne"/>
                          <a:ea typeface="Syne"/>
                          <a:cs typeface="Syne"/>
                          <a:sym typeface="Syne"/>
                        </a:rPr>
                        <a:t>PURPOSE</a:t>
                      </a:r>
                      <a:endParaRPr sz="1600">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ASL learning + Exercises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Sign lookup</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ASL lessons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Spoken languages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99700">
                <a:tc>
                  <a:txBody>
                    <a:bodyPr/>
                    <a:lstStyle/>
                    <a:p>
                      <a:pPr indent="0" lvl="0" marL="0" rtl="0" algn="ctr">
                        <a:spcBef>
                          <a:spcPts val="0"/>
                        </a:spcBef>
                        <a:spcAft>
                          <a:spcPts val="0"/>
                        </a:spcAft>
                        <a:buNone/>
                      </a:pPr>
                      <a:r>
                        <a:rPr lang="en" sz="1600">
                          <a:solidFill>
                            <a:schemeClr val="dk1"/>
                          </a:solidFill>
                          <a:latin typeface="Syne"/>
                          <a:ea typeface="Syne"/>
                          <a:cs typeface="Syne"/>
                          <a:sym typeface="Syne"/>
                        </a:rPr>
                        <a:t>INTERACTIVITY</a:t>
                      </a:r>
                      <a:endParaRPr sz="1600">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Video + Exercises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Visual </a:t>
                      </a:r>
                      <a:r>
                        <a:rPr lang="en">
                          <a:solidFill>
                            <a:schemeClr val="dk1"/>
                          </a:solidFill>
                          <a:latin typeface="Syne"/>
                          <a:ea typeface="Syne"/>
                          <a:cs typeface="Syne"/>
                          <a:sym typeface="Syne"/>
                        </a:rPr>
                        <a:t>videos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Lessons + Quizzes + Tools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Gamification</a:t>
                      </a:r>
                      <a:r>
                        <a:rPr lang="en">
                          <a:solidFill>
                            <a:schemeClr val="dk1"/>
                          </a:solidFill>
                          <a:latin typeface="Syne"/>
                          <a:ea typeface="Syne"/>
                          <a:cs typeface="Syne"/>
                          <a:sym typeface="Syne"/>
                        </a:rPr>
                        <a:t> language exercises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72850">
                <a:tc>
                  <a:txBody>
                    <a:bodyPr/>
                    <a:lstStyle/>
                    <a:p>
                      <a:pPr indent="0" lvl="0" marL="0" rtl="0" algn="ctr">
                        <a:spcBef>
                          <a:spcPts val="0"/>
                        </a:spcBef>
                        <a:spcAft>
                          <a:spcPts val="0"/>
                        </a:spcAft>
                        <a:buNone/>
                      </a:pPr>
                      <a:r>
                        <a:rPr lang="en" sz="1600">
                          <a:solidFill>
                            <a:schemeClr val="dk1"/>
                          </a:solidFill>
                          <a:latin typeface="Syne"/>
                          <a:ea typeface="Syne"/>
                          <a:cs typeface="Syne"/>
                          <a:sym typeface="Syne"/>
                        </a:rPr>
                        <a:t>COST</a:t>
                      </a:r>
                      <a:endParaRPr sz="1600">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Free</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Low one-time cost</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Subscription</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Free + subscription offer</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r h="699700">
                <a:tc>
                  <a:txBody>
                    <a:bodyPr/>
                    <a:lstStyle/>
                    <a:p>
                      <a:pPr indent="0" lvl="0" marL="0" rtl="0" algn="ctr">
                        <a:spcBef>
                          <a:spcPts val="0"/>
                        </a:spcBef>
                        <a:spcAft>
                          <a:spcPts val="0"/>
                        </a:spcAft>
                        <a:buNone/>
                      </a:pPr>
                      <a:r>
                        <a:rPr lang="en" sz="1600">
                          <a:solidFill>
                            <a:schemeClr val="dk1"/>
                          </a:solidFill>
                          <a:latin typeface="Syne"/>
                          <a:ea typeface="Syne"/>
                          <a:cs typeface="Syne"/>
                          <a:sym typeface="Syne"/>
                        </a:rPr>
                        <a:t>BEST USE</a:t>
                      </a:r>
                      <a:endParaRPr sz="1600">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Vocabulary</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Quick sign search</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Structured learning and practice</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latin typeface="Syne"/>
                          <a:ea typeface="Syne"/>
                          <a:cs typeface="Syne"/>
                          <a:sym typeface="Syne"/>
                        </a:rPr>
                        <a:t>Surface level spoken languages</a:t>
                      </a:r>
                      <a:endParaRPr>
                        <a:solidFill>
                          <a:schemeClr val="dk1"/>
                        </a:solidFill>
                        <a:latin typeface="Syne"/>
                        <a:ea typeface="Syne"/>
                        <a:cs typeface="Syne"/>
                        <a:sym typeface="Syne"/>
                      </a:endParaRPr>
                    </a:p>
                  </a:txBody>
                  <a:tcPr marT="91425" marB="91425" marR="91425" marL="91425"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166" name="Google Shape;166;p3"/>
          <p:cNvSpPr txBox="1"/>
          <p:nvPr>
            <p:ph idx="2" type="title"/>
          </p:nvPr>
        </p:nvSpPr>
        <p:spPr>
          <a:xfrm>
            <a:off x="513647" y="1416525"/>
            <a:ext cx="2342700" cy="6201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chemeClr val="dk1"/>
              </a:buClr>
              <a:buSzPts val="2000"/>
              <a:buChar char="●"/>
            </a:pPr>
            <a:r>
              <a:rPr lang="en"/>
              <a:t>Lessons</a:t>
            </a:r>
            <a:endParaRPr/>
          </a:p>
        </p:txBody>
      </p:sp>
      <p:pic>
        <p:nvPicPr>
          <p:cNvPr descr="ASL Interpreter PSNS &amp; IMF" id="167" name="Google Shape;167;p3"/>
          <p:cNvPicPr preferRelativeResize="0"/>
          <p:nvPr/>
        </p:nvPicPr>
        <p:blipFill>
          <a:blip r:embed="rId3">
            <a:alphaModFix/>
          </a:blip>
          <a:stretch>
            <a:fillRect/>
          </a:stretch>
        </p:blipFill>
        <p:spPr>
          <a:xfrm>
            <a:off x="3894825" y="1501839"/>
            <a:ext cx="4797901" cy="3197809"/>
          </a:xfrm>
          <a:prstGeom prst="rect">
            <a:avLst/>
          </a:prstGeom>
          <a:noFill/>
          <a:ln cap="flat" cmpd="sng" w="28575">
            <a:solidFill>
              <a:srgbClr val="0000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cb793e30ab_1_71"/>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173" name="Google Shape;173;g3cb793e30ab_1_71"/>
          <p:cNvSpPr txBox="1"/>
          <p:nvPr>
            <p:ph idx="2" type="title"/>
          </p:nvPr>
        </p:nvSpPr>
        <p:spPr>
          <a:xfrm>
            <a:off x="513650" y="1416525"/>
            <a:ext cx="3440100" cy="14679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chemeClr val="dk1"/>
              </a:buClr>
              <a:buSzPts val="2000"/>
              <a:buChar char="●"/>
            </a:pPr>
            <a:r>
              <a:rPr lang="en"/>
              <a:t>Lessons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Classroom Style</a:t>
            </a:r>
            <a:endParaRPr>
              <a:solidFill>
                <a:schemeClr val="dk1"/>
              </a:solidFill>
            </a:endParaRPr>
          </a:p>
        </p:txBody>
      </p:sp>
      <p:pic>
        <p:nvPicPr>
          <p:cNvPr id="174" name="Google Shape;174;g3cb793e30ab_1_71"/>
          <p:cNvPicPr preferRelativeResize="0"/>
          <p:nvPr/>
        </p:nvPicPr>
        <p:blipFill>
          <a:blip r:embed="rId3">
            <a:alphaModFix/>
          </a:blip>
          <a:stretch>
            <a:fillRect/>
          </a:stretch>
        </p:blipFill>
        <p:spPr>
          <a:xfrm>
            <a:off x="4763275" y="1002800"/>
            <a:ext cx="4117335" cy="3874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cb793e30ab_1_78"/>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180" name="Google Shape;180;g3cb793e30ab_1_78"/>
          <p:cNvSpPr txBox="1"/>
          <p:nvPr>
            <p:ph idx="2" type="title"/>
          </p:nvPr>
        </p:nvSpPr>
        <p:spPr>
          <a:xfrm>
            <a:off x="513650" y="1416525"/>
            <a:ext cx="3440100" cy="14784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chemeClr val="dk1"/>
              </a:buClr>
              <a:buSzPts val="2000"/>
              <a:buChar char="●"/>
            </a:pPr>
            <a:r>
              <a:rPr lang="en"/>
              <a:t>Lessons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Camera Practice</a:t>
            </a:r>
            <a:endParaRPr>
              <a:solidFill>
                <a:schemeClr val="dk1"/>
              </a:solidFill>
            </a:endParaRPr>
          </a:p>
        </p:txBody>
      </p:sp>
      <p:pic>
        <p:nvPicPr>
          <p:cNvPr id="181" name="Google Shape;181;g3cb793e30ab_1_78"/>
          <p:cNvPicPr preferRelativeResize="0"/>
          <p:nvPr/>
        </p:nvPicPr>
        <p:blipFill>
          <a:blip r:embed="rId3">
            <a:alphaModFix/>
          </a:blip>
          <a:stretch>
            <a:fillRect/>
          </a:stretch>
        </p:blipFill>
        <p:spPr>
          <a:xfrm>
            <a:off x="3752450" y="1078525"/>
            <a:ext cx="5128151" cy="38010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cb793e30ab_1_91"/>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187" name="Google Shape;187;g3cb793e30ab_1_91"/>
          <p:cNvSpPr txBox="1"/>
          <p:nvPr>
            <p:ph idx="2" type="title"/>
          </p:nvPr>
        </p:nvSpPr>
        <p:spPr>
          <a:xfrm>
            <a:off x="513651" y="1416525"/>
            <a:ext cx="3440100" cy="6201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chemeClr val="dk1"/>
              </a:buClr>
              <a:buSzPts val="2000"/>
              <a:buChar char="●"/>
            </a:pPr>
            <a:r>
              <a:rPr lang="en"/>
              <a:t>Lessons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Conversation Practice</a:t>
            </a:r>
            <a:endParaRPr>
              <a:solidFill>
                <a:schemeClr val="dk1"/>
              </a:solidFill>
            </a:endParaRPr>
          </a:p>
        </p:txBody>
      </p:sp>
      <p:pic>
        <p:nvPicPr>
          <p:cNvPr id="188" name="Google Shape;188;g3cb793e30ab_1_91"/>
          <p:cNvPicPr preferRelativeResize="0"/>
          <p:nvPr/>
        </p:nvPicPr>
        <p:blipFill>
          <a:blip r:embed="rId3">
            <a:alphaModFix/>
          </a:blip>
          <a:stretch>
            <a:fillRect/>
          </a:stretch>
        </p:blipFill>
        <p:spPr>
          <a:xfrm>
            <a:off x="3752450" y="1078525"/>
            <a:ext cx="5128151" cy="3801042"/>
          </a:xfrm>
          <a:prstGeom prst="rect">
            <a:avLst/>
          </a:prstGeom>
          <a:noFill/>
          <a:ln>
            <a:noFill/>
          </a:ln>
        </p:spPr>
      </p:pic>
      <p:pic>
        <p:nvPicPr>
          <p:cNvPr id="189" name="Google Shape;189;g3cb793e30ab_1_91"/>
          <p:cNvPicPr preferRelativeResize="0"/>
          <p:nvPr/>
        </p:nvPicPr>
        <p:blipFill>
          <a:blip r:embed="rId4">
            <a:alphaModFix/>
          </a:blip>
          <a:stretch>
            <a:fillRect/>
          </a:stretch>
        </p:blipFill>
        <p:spPr>
          <a:xfrm>
            <a:off x="3752450" y="1078525"/>
            <a:ext cx="5128151" cy="380104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cb793e30ab_1_98"/>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195" name="Google Shape;195;g3cb793e30ab_1_98"/>
          <p:cNvSpPr txBox="1"/>
          <p:nvPr>
            <p:ph idx="2" type="title"/>
          </p:nvPr>
        </p:nvSpPr>
        <p:spPr>
          <a:xfrm>
            <a:off x="513650" y="1416525"/>
            <a:ext cx="23427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Dictionary</a:t>
            </a:r>
            <a:endParaRPr/>
          </a:p>
        </p:txBody>
      </p:sp>
      <p:sp>
        <p:nvSpPr>
          <p:cNvPr id="196" name="Google Shape;196;g3cb793e30ab_1_98"/>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p:txBody>
      </p:sp>
      <p:pic>
        <p:nvPicPr>
          <p:cNvPr id="197" name="Google Shape;197;g3cb793e30ab_1_98"/>
          <p:cNvPicPr preferRelativeResize="0"/>
          <p:nvPr/>
        </p:nvPicPr>
        <p:blipFill>
          <a:blip r:embed="rId3">
            <a:alphaModFix/>
          </a:blip>
          <a:stretch>
            <a:fillRect/>
          </a:stretch>
        </p:blipFill>
        <p:spPr>
          <a:xfrm>
            <a:off x="4748050" y="779650"/>
            <a:ext cx="3896909" cy="3874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cb793e30ab_1_109"/>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203" name="Google Shape;203;g3cb793e30ab_1_109"/>
          <p:cNvSpPr txBox="1"/>
          <p:nvPr>
            <p:ph idx="2" type="title"/>
          </p:nvPr>
        </p:nvSpPr>
        <p:spPr>
          <a:xfrm>
            <a:off x="513650" y="1416525"/>
            <a:ext cx="23427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Dictionary</a:t>
            </a:r>
            <a:endParaRPr/>
          </a:p>
        </p:txBody>
      </p:sp>
      <p:sp>
        <p:nvSpPr>
          <p:cNvPr id="204" name="Google Shape;204;g3cb793e30ab_1_109"/>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p:txBody>
      </p:sp>
      <p:pic>
        <p:nvPicPr>
          <p:cNvPr id="205" name="Google Shape;205;g3cb793e30ab_1_109"/>
          <p:cNvPicPr preferRelativeResize="0"/>
          <p:nvPr/>
        </p:nvPicPr>
        <p:blipFill>
          <a:blip r:embed="rId3">
            <a:alphaModFix/>
          </a:blip>
          <a:stretch>
            <a:fillRect/>
          </a:stretch>
        </p:blipFill>
        <p:spPr>
          <a:xfrm>
            <a:off x="4748050" y="779650"/>
            <a:ext cx="3896909" cy="3874075"/>
          </a:xfrm>
          <a:prstGeom prst="rect">
            <a:avLst/>
          </a:prstGeom>
          <a:noFill/>
          <a:ln>
            <a:noFill/>
          </a:ln>
        </p:spPr>
      </p:pic>
      <p:pic>
        <p:nvPicPr>
          <p:cNvPr id="206" name="Google Shape;206;g3cb793e30ab_1_109"/>
          <p:cNvPicPr preferRelativeResize="0"/>
          <p:nvPr/>
        </p:nvPicPr>
        <p:blipFill>
          <a:blip r:embed="rId4">
            <a:alphaModFix/>
          </a:blip>
          <a:stretch>
            <a:fillRect/>
          </a:stretch>
        </p:blipFill>
        <p:spPr>
          <a:xfrm>
            <a:off x="4748050" y="779650"/>
            <a:ext cx="3896909" cy="3874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cb793e30ab_1_118"/>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212" name="Google Shape;212;g3cb793e30ab_1_118"/>
          <p:cNvSpPr txBox="1"/>
          <p:nvPr>
            <p:ph idx="2" type="title"/>
          </p:nvPr>
        </p:nvSpPr>
        <p:spPr>
          <a:xfrm>
            <a:off x="513650" y="1416525"/>
            <a:ext cx="27984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Games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Sign Battle</a:t>
            </a:r>
            <a:endParaRPr>
              <a:solidFill>
                <a:schemeClr val="dk1"/>
              </a:solidFill>
            </a:endParaRPr>
          </a:p>
        </p:txBody>
      </p:sp>
      <p:sp>
        <p:nvSpPr>
          <p:cNvPr id="213" name="Google Shape;213;g3cb793e30ab_1_118"/>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a:p>
            <a:pPr indent="-355600" lvl="0" marL="457200" rtl="0" algn="l">
              <a:spcBef>
                <a:spcPts val="0"/>
              </a:spcBef>
              <a:spcAft>
                <a:spcPts val="0"/>
              </a:spcAft>
              <a:buClr>
                <a:srgbClr val="D9D9D9"/>
              </a:buClr>
              <a:buSzPts val="2000"/>
              <a:buChar char="●"/>
            </a:pPr>
            <a:r>
              <a:rPr lang="en">
                <a:solidFill>
                  <a:srgbClr val="D9D9D9"/>
                </a:solidFill>
              </a:rPr>
              <a:t>Dictionary</a:t>
            </a:r>
            <a:endParaRPr>
              <a:solidFill>
                <a:srgbClr val="D9D9D9"/>
              </a:solidFill>
            </a:endParaRPr>
          </a:p>
        </p:txBody>
      </p:sp>
      <p:pic>
        <p:nvPicPr>
          <p:cNvPr id="214" name="Google Shape;214;g3cb793e30ab_1_118"/>
          <p:cNvPicPr preferRelativeResize="0"/>
          <p:nvPr/>
        </p:nvPicPr>
        <p:blipFill>
          <a:blip r:embed="rId3">
            <a:alphaModFix/>
          </a:blip>
          <a:stretch>
            <a:fillRect/>
          </a:stretch>
        </p:blipFill>
        <p:spPr>
          <a:xfrm>
            <a:off x="4106150" y="1117025"/>
            <a:ext cx="4885448" cy="385015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cb793e30ab_1_127"/>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220" name="Google Shape;220;g3cb793e30ab_1_127"/>
          <p:cNvSpPr txBox="1"/>
          <p:nvPr>
            <p:ph idx="2" type="title"/>
          </p:nvPr>
        </p:nvSpPr>
        <p:spPr>
          <a:xfrm>
            <a:off x="513650" y="1416525"/>
            <a:ext cx="27984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Games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Sign Combo</a:t>
            </a:r>
            <a:endParaRPr>
              <a:solidFill>
                <a:schemeClr val="dk1"/>
              </a:solidFill>
            </a:endParaRPr>
          </a:p>
        </p:txBody>
      </p:sp>
      <p:sp>
        <p:nvSpPr>
          <p:cNvPr id="221" name="Google Shape;221;g3cb793e30ab_1_127"/>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a:p>
            <a:pPr indent="-355600" lvl="0" marL="457200" rtl="0" algn="l">
              <a:spcBef>
                <a:spcPts val="0"/>
              </a:spcBef>
              <a:spcAft>
                <a:spcPts val="0"/>
              </a:spcAft>
              <a:buClr>
                <a:srgbClr val="D9D9D9"/>
              </a:buClr>
              <a:buSzPts val="2000"/>
              <a:buChar char="●"/>
            </a:pPr>
            <a:r>
              <a:rPr lang="en">
                <a:solidFill>
                  <a:srgbClr val="D9D9D9"/>
                </a:solidFill>
              </a:rPr>
              <a:t>Dictionary</a:t>
            </a:r>
            <a:endParaRPr>
              <a:solidFill>
                <a:srgbClr val="D9D9D9"/>
              </a:solidFill>
            </a:endParaRPr>
          </a:p>
        </p:txBody>
      </p:sp>
      <p:pic>
        <p:nvPicPr>
          <p:cNvPr id="222" name="Google Shape;222;g3cb793e30ab_1_127"/>
          <p:cNvPicPr preferRelativeResize="0"/>
          <p:nvPr/>
        </p:nvPicPr>
        <p:blipFill>
          <a:blip r:embed="rId3">
            <a:alphaModFix/>
          </a:blip>
          <a:stretch>
            <a:fillRect/>
          </a:stretch>
        </p:blipFill>
        <p:spPr>
          <a:xfrm>
            <a:off x="4106150" y="1117025"/>
            <a:ext cx="4885448" cy="3850153"/>
          </a:xfrm>
          <a:prstGeom prst="rect">
            <a:avLst/>
          </a:prstGeom>
          <a:noFill/>
          <a:ln>
            <a:noFill/>
          </a:ln>
        </p:spPr>
      </p:pic>
      <p:pic>
        <p:nvPicPr>
          <p:cNvPr id="223" name="Google Shape;223;g3cb793e30ab_1_127"/>
          <p:cNvPicPr preferRelativeResize="0"/>
          <p:nvPr/>
        </p:nvPicPr>
        <p:blipFill>
          <a:blip r:embed="rId4">
            <a:alphaModFix/>
          </a:blip>
          <a:stretch>
            <a:fillRect/>
          </a:stretch>
        </p:blipFill>
        <p:spPr>
          <a:xfrm>
            <a:off x="4106150" y="1117025"/>
            <a:ext cx="4885448" cy="385017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cb793e30ab_1_135"/>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229" name="Google Shape;229;g3cb793e30ab_1_135"/>
          <p:cNvSpPr txBox="1"/>
          <p:nvPr>
            <p:ph idx="2" type="title"/>
          </p:nvPr>
        </p:nvSpPr>
        <p:spPr>
          <a:xfrm>
            <a:off x="513650" y="1416525"/>
            <a:ext cx="27984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Games</a:t>
            </a:r>
            <a:endParaRPr/>
          </a:p>
          <a:p>
            <a:pPr indent="-355600" lvl="1" marL="914400" rtl="0" algn="l">
              <a:lnSpc>
                <a:spcPct val="100000"/>
              </a:lnSpc>
              <a:spcBef>
                <a:spcPts val="0"/>
              </a:spcBef>
              <a:spcAft>
                <a:spcPts val="0"/>
              </a:spcAft>
              <a:buClr>
                <a:schemeClr val="dk1"/>
              </a:buClr>
              <a:buSzPts val="2000"/>
              <a:buChar char="○"/>
            </a:pPr>
            <a:r>
              <a:rPr lang="en">
                <a:solidFill>
                  <a:schemeClr val="dk1"/>
                </a:solidFill>
              </a:rPr>
              <a:t>Sign Memory</a:t>
            </a:r>
            <a:endParaRPr>
              <a:solidFill>
                <a:schemeClr val="dk1"/>
              </a:solidFill>
            </a:endParaRPr>
          </a:p>
        </p:txBody>
      </p:sp>
      <p:sp>
        <p:nvSpPr>
          <p:cNvPr id="230" name="Google Shape;230;g3cb793e30ab_1_135"/>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a:p>
            <a:pPr indent="-355600" lvl="0" marL="457200" rtl="0" algn="l">
              <a:spcBef>
                <a:spcPts val="0"/>
              </a:spcBef>
              <a:spcAft>
                <a:spcPts val="0"/>
              </a:spcAft>
              <a:buClr>
                <a:srgbClr val="D9D9D9"/>
              </a:buClr>
              <a:buSzPts val="2000"/>
              <a:buChar char="●"/>
            </a:pPr>
            <a:r>
              <a:rPr lang="en">
                <a:solidFill>
                  <a:srgbClr val="D9D9D9"/>
                </a:solidFill>
              </a:rPr>
              <a:t>Dictionary</a:t>
            </a:r>
            <a:endParaRPr>
              <a:solidFill>
                <a:srgbClr val="D9D9D9"/>
              </a:solidFill>
            </a:endParaRPr>
          </a:p>
        </p:txBody>
      </p:sp>
      <p:pic>
        <p:nvPicPr>
          <p:cNvPr id="231" name="Google Shape;231;g3cb793e30ab_1_135"/>
          <p:cNvPicPr preferRelativeResize="0"/>
          <p:nvPr/>
        </p:nvPicPr>
        <p:blipFill>
          <a:blip r:embed="rId3">
            <a:alphaModFix/>
          </a:blip>
          <a:stretch>
            <a:fillRect/>
          </a:stretch>
        </p:blipFill>
        <p:spPr>
          <a:xfrm>
            <a:off x="4642050" y="204900"/>
            <a:ext cx="4349552" cy="46932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cb793e30ab_1_144"/>
          <p:cNvSpPr txBox="1"/>
          <p:nvPr>
            <p:ph type="title"/>
          </p:nvPr>
        </p:nvSpPr>
        <p:spPr>
          <a:xfrm>
            <a:off x="513650" y="344525"/>
            <a:ext cx="4797900" cy="620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latin typeface="Syne"/>
                <a:ea typeface="Syne"/>
                <a:cs typeface="Syne"/>
                <a:sym typeface="Syne"/>
              </a:rPr>
              <a:t>Learning Objects</a:t>
            </a:r>
            <a:endParaRPr b="1">
              <a:latin typeface="Syne"/>
              <a:ea typeface="Syne"/>
              <a:cs typeface="Syne"/>
              <a:sym typeface="Syne"/>
            </a:endParaRPr>
          </a:p>
          <a:p>
            <a:pPr indent="0" lvl="0" marL="0" rtl="0" algn="l">
              <a:lnSpc>
                <a:spcPct val="100000"/>
              </a:lnSpc>
              <a:spcBef>
                <a:spcPts val="0"/>
              </a:spcBef>
              <a:spcAft>
                <a:spcPts val="0"/>
              </a:spcAft>
              <a:buSzPts val="2600"/>
              <a:buNone/>
            </a:pPr>
            <a:r>
              <a:t/>
            </a:r>
            <a:endParaRPr/>
          </a:p>
        </p:txBody>
      </p:sp>
      <p:sp>
        <p:nvSpPr>
          <p:cNvPr id="237" name="Google Shape;237;g3cb793e30ab_1_144"/>
          <p:cNvSpPr txBox="1"/>
          <p:nvPr>
            <p:ph idx="2" type="title"/>
          </p:nvPr>
        </p:nvSpPr>
        <p:spPr>
          <a:xfrm>
            <a:off x="513650" y="1416525"/>
            <a:ext cx="2798400" cy="19545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t/>
            </a:r>
            <a:endParaRPr/>
          </a:p>
          <a:p>
            <a:pPr indent="-355600" lvl="0" marL="457200" rtl="0" algn="l">
              <a:lnSpc>
                <a:spcPct val="100000"/>
              </a:lnSpc>
              <a:spcBef>
                <a:spcPts val="0"/>
              </a:spcBef>
              <a:spcAft>
                <a:spcPts val="0"/>
              </a:spcAft>
              <a:buClr>
                <a:schemeClr val="dk1"/>
              </a:buClr>
              <a:buSzPts val="2000"/>
              <a:buChar char="●"/>
            </a:pPr>
            <a:r>
              <a:rPr lang="en"/>
              <a:t>Translate</a:t>
            </a:r>
            <a:endParaRPr/>
          </a:p>
          <a:p>
            <a:pPr indent="0" lvl="0" marL="914400" rtl="0" algn="l">
              <a:lnSpc>
                <a:spcPct val="100000"/>
              </a:lnSpc>
              <a:spcBef>
                <a:spcPts val="0"/>
              </a:spcBef>
              <a:spcAft>
                <a:spcPts val="0"/>
              </a:spcAft>
              <a:buNone/>
            </a:pPr>
            <a:r>
              <a:t/>
            </a:r>
            <a:endParaRPr>
              <a:solidFill>
                <a:schemeClr val="dk1"/>
              </a:solidFill>
            </a:endParaRPr>
          </a:p>
        </p:txBody>
      </p:sp>
      <p:sp>
        <p:nvSpPr>
          <p:cNvPr id="238" name="Google Shape;238;g3cb793e30ab_1_144"/>
          <p:cNvSpPr txBox="1"/>
          <p:nvPr>
            <p:ph idx="2" type="title"/>
          </p:nvPr>
        </p:nvSpPr>
        <p:spPr>
          <a:xfrm>
            <a:off x="513650" y="1416525"/>
            <a:ext cx="3440100" cy="1209300"/>
          </a:xfrm>
          <a:prstGeom prst="rect">
            <a:avLst/>
          </a:prstGeom>
          <a:noFill/>
          <a:ln>
            <a:noFill/>
          </a:ln>
        </p:spPr>
        <p:txBody>
          <a:bodyPr anchorCtr="0" anchor="t" bIns="91425" lIns="91425" spcFirstLastPara="1" rIns="91425" wrap="square" tIns="91425">
            <a:noAutofit/>
          </a:bodyPr>
          <a:lstStyle/>
          <a:p>
            <a:pPr indent="-355600" lvl="0" marL="457200" rtl="0" algn="l">
              <a:lnSpc>
                <a:spcPct val="100000"/>
              </a:lnSpc>
              <a:spcBef>
                <a:spcPts val="0"/>
              </a:spcBef>
              <a:spcAft>
                <a:spcPts val="0"/>
              </a:spcAft>
              <a:buClr>
                <a:srgbClr val="D9D9D9"/>
              </a:buClr>
              <a:buSzPts val="2000"/>
              <a:buChar char="●"/>
            </a:pPr>
            <a:r>
              <a:rPr lang="en">
                <a:solidFill>
                  <a:srgbClr val="D9D9D9"/>
                </a:solidFill>
              </a:rPr>
              <a:t>Lessons</a:t>
            </a:r>
            <a:endParaRPr>
              <a:solidFill>
                <a:srgbClr val="D9D9D9"/>
              </a:solidFill>
            </a:endParaRPr>
          </a:p>
          <a:p>
            <a:pPr indent="-355600" lvl="0" marL="457200" rtl="0" algn="l">
              <a:spcBef>
                <a:spcPts val="0"/>
              </a:spcBef>
              <a:spcAft>
                <a:spcPts val="0"/>
              </a:spcAft>
              <a:buClr>
                <a:srgbClr val="D9D9D9"/>
              </a:buClr>
              <a:buSzPts val="2000"/>
              <a:buChar char="●"/>
            </a:pPr>
            <a:r>
              <a:rPr lang="en">
                <a:solidFill>
                  <a:srgbClr val="D9D9D9"/>
                </a:solidFill>
              </a:rPr>
              <a:t>Dictionary</a:t>
            </a:r>
            <a:endParaRPr>
              <a:solidFill>
                <a:srgbClr val="D9D9D9"/>
              </a:solidFill>
            </a:endParaRPr>
          </a:p>
          <a:p>
            <a:pPr indent="-355600" lvl="0" marL="457200" rtl="0" algn="l">
              <a:spcBef>
                <a:spcPts val="0"/>
              </a:spcBef>
              <a:spcAft>
                <a:spcPts val="0"/>
              </a:spcAft>
              <a:buClr>
                <a:srgbClr val="D9D9D9"/>
              </a:buClr>
              <a:buSzPts val="2000"/>
              <a:buChar char="●"/>
            </a:pPr>
            <a:r>
              <a:rPr lang="en">
                <a:solidFill>
                  <a:srgbClr val="D9D9D9"/>
                </a:solidFill>
              </a:rPr>
              <a:t>Games</a:t>
            </a:r>
            <a:endParaRPr>
              <a:solidFill>
                <a:srgbClr val="D9D9D9"/>
              </a:solidFill>
            </a:endParaRPr>
          </a:p>
        </p:txBody>
      </p:sp>
      <p:pic>
        <p:nvPicPr>
          <p:cNvPr id="239" name="Google Shape;239;g3cb793e30ab_1_144"/>
          <p:cNvPicPr preferRelativeResize="0"/>
          <p:nvPr/>
        </p:nvPicPr>
        <p:blipFill>
          <a:blip r:embed="rId3">
            <a:alphaModFix/>
          </a:blip>
          <a:stretch>
            <a:fillRect/>
          </a:stretch>
        </p:blipFill>
        <p:spPr>
          <a:xfrm>
            <a:off x="4106150" y="1277050"/>
            <a:ext cx="4885448" cy="36211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Storyboards V.1</a:t>
            </a:r>
            <a:endParaRPr/>
          </a:p>
        </p:txBody>
      </p:sp>
      <p:sp>
        <p:nvSpPr>
          <p:cNvPr id="245" name="Google Shape;245;p8"/>
          <p:cNvSpPr txBox="1"/>
          <p:nvPr>
            <p:ph idx="4" type="subTitle"/>
          </p:nvPr>
        </p:nvSpPr>
        <p:spPr>
          <a:xfrm>
            <a:off x="417338" y="1068813"/>
            <a:ext cx="4281600" cy="400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New Users - Lesson</a:t>
            </a:r>
            <a:endParaRPr/>
          </a:p>
        </p:txBody>
      </p:sp>
      <p:sp>
        <p:nvSpPr>
          <p:cNvPr id="246" name="Google Shape;246;p8"/>
          <p:cNvSpPr txBox="1"/>
          <p:nvPr>
            <p:ph idx="6" type="subTitle"/>
          </p:nvPr>
        </p:nvSpPr>
        <p:spPr>
          <a:xfrm>
            <a:off x="3470325" y="1017725"/>
            <a:ext cx="3286800" cy="400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Experienced</a:t>
            </a:r>
            <a:r>
              <a:rPr lang="en"/>
              <a:t> Users - Games</a:t>
            </a:r>
            <a:endParaRPr/>
          </a:p>
        </p:txBody>
      </p:sp>
      <p:pic>
        <p:nvPicPr>
          <p:cNvPr id="247" name="Google Shape;247;p8"/>
          <p:cNvPicPr preferRelativeResize="0"/>
          <p:nvPr/>
        </p:nvPicPr>
        <p:blipFill>
          <a:blip r:embed="rId3">
            <a:alphaModFix/>
          </a:blip>
          <a:stretch>
            <a:fillRect/>
          </a:stretch>
        </p:blipFill>
        <p:spPr>
          <a:xfrm>
            <a:off x="190500" y="1596800"/>
            <a:ext cx="3426726" cy="2645150"/>
          </a:xfrm>
          <a:prstGeom prst="rect">
            <a:avLst/>
          </a:prstGeom>
          <a:noFill/>
          <a:ln cap="flat" cmpd="sng" w="28575">
            <a:solidFill>
              <a:srgbClr val="000000"/>
            </a:solidFill>
            <a:prstDash val="solid"/>
            <a:round/>
            <a:headEnd len="sm" w="sm" type="none"/>
            <a:tailEnd len="sm" w="sm" type="none"/>
          </a:ln>
        </p:spPr>
      </p:pic>
      <p:pic>
        <p:nvPicPr>
          <p:cNvPr id="248" name="Google Shape;248;p8"/>
          <p:cNvPicPr preferRelativeResize="0"/>
          <p:nvPr/>
        </p:nvPicPr>
        <p:blipFill rotWithShape="1">
          <a:blip r:embed="rId4">
            <a:alphaModFix/>
          </a:blip>
          <a:srcRect b="4714" l="0" r="0" t="4967"/>
          <a:stretch/>
        </p:blipFill>
        <p:spPr>
          <a:xfrm>
            <a:off x="3856825" y="1469325"/>
            <a:ext cx="2401750" cy="2900089"/>
          </a:xfrm>
          <a:prstGeom prst="rect">
            <a:avLst/>
          </a:prstGeom>
          <a:noFill/>
          <a:ln cap="flat" cmpd="sng" w="28575">
            <a:solidFill>
              <a:srgbClr val="000000"/>
            </a:solidFill>
            <a:prstDash val="solid"/>
            <a:round/>
            <a:headEnd len="sm" w="sm" type="none"/>
            <a:tailEnd len="sm" w="sm" type="none"/>
          </a:ln>
        </p:spPr>
      </p:pic>
      <p:pic>
        <p:nvPicPr>
          <p:cNvPr id="249" name="Google Shape;249;p8" title="lab 3 storyboard figma.png"/>
          <p:cNvPicPr preferRelativeResize="0"/>
          <p:nvPr/>
        </p:nvPicPr>
        <p:blipFill>
          <a:blip r:embed="rId5">
            <a:alphaModFix/>
          </a:blip>
          <a:stretch>
            <a:fillRect/>
          </a:stretch>
        </p:blipFill>
        <p:spPr>
          <a:xfrm>
            <a:off x="6649000" y="1469325"/>
            <a:ext cx="2302925" cy="3257175"/>
          </a:xfrm>
          <a:prstGeom prst="rect">
            <a:avLst/>
          </a:prstGeom>
          <a:noFill/>
          <a:ln cap="flat" cmpd="sng" w="28575">
            <a:solidFill>
              <a:srgbClr val="000000"/>
            </a:solidFill>
            <a:prstDash val="solid"/>
            <a:round/>
            <a:headEnd len="sm" w="sm" type="none"/>
            <a:tailEnd len="sm" w="sm" type="none"/>
          </a:ln>
        </p:spPr>
      </p:pic>
      <p:sp>
        <p:nvSpPr>
          <p:cNvPr id="250" name="Google Shape;250;p8"/>
          <p:cNvSpPr txBox="1"/>
          <p:nvPr>
            <p:ph idx="6" type="subTitle"/>
          </p:nvPr>
        </p:nvSpPr>
        <p:spPr>
          <a:xfrm>
            <a:off x="6649000" y="1043275"/>
            <a:ext cx="3286800" cy="400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Main Pages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cae362547f_0_53"/>
          <p:cNvSpPr txBox="1"/>
          <p:nvPr>
            <p:ph type="title"/>
          </p:nvPr>
        </p:nvSpPr>
        <p:spPr>
          <a:xfrm>
            <a:off x="594075" y="230725"/>
            <a:ext cx="77040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2600"/>
              <a:buNone/>
            </a:pPr>
            <a:r>
              <a:rPr lang="en"/>
              <a:t>Storyboards V.2</a:t>
            </a:r>
            <a:endParaRPr/>
          </a:p>
          <a:p>
            <a:pPr indent="0" lvl="0" marL="0" rtl="0" algn="l">
              <a:lnSpc>
                <a:spcPct val="100000"/>
              </a:lnSpc>
              <a:spcBef>
                <a:spcPts val="0"/>
              </a:spcBef>
              <a:spcAft>
                <a:spcPts val="0"/>
              </a:spcAft>
              <a:buSzPts val="2600"/>
              <a:buNone/>
            </a:pPr>
            <a:r>
              <a:t/>
            </a:r>
            <a:endParaRPr/>
          </a:p>
        </p:txBody>
      </p:sp>
      <p:sp>
        <p:nvSpPr>
          <p:cNvPr id="256" name="Google Shape;256;g3cae362547f_0_53"/>
          <p:cNvSpPr txBox="1"/>
          <p:nvPr>
            <p:ph idx="7" type="subTitle"/>
          </p:nvPr>
        </p:nvSpPr>
        <p:spPr>
          <a:xfrm>
            <a:off x="594075" y="687200"/>
            <a:ext cx="2392800" cy="489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b="0" lang="en">
                <a:latin typeface="Syne SemiBold"/>
                <a:ea typeface="Syne SemiBold"/>
                <a:cs typeface="Syne SemiBold"/>
                <a:sym typeface="Syne SemiBold"/>
              </a:rPr>
              <a:t>All Games</a:t>
            </a:r>
            <a:endParaRPr b="0">
              <a:latin typeface="Syne SemiBold"/>
              <a:ea typeface="Syne SemiBold"/>
              <a:cs typeface="Syne SemiBold"/>
              <a:sym typeface="Syne SemiBold"/>
            </a:endParaRPr>
          </a:p>
        </p:txBody>
      </p:sp>
      <p:sp>
        <p:nvSpPr>
          <p:cNvPr id="257" name="Google Shape;257;g3cae362547f_0_53"/>
          <p:cNvSpPr txBox="1"/>
          <p:nvPr>
            <p:ph idx="8" type="subTitle"/>
          </p:nvPr>
        </p:nvSpPr>
        <p:spPr>
          <a:xfrm>
            <a:off x="4401500" y="687200"/>
            <a:ext cx="2392800" cy="489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b="0" lang="en">
                <a:latin typeface="Syne SemiBold"/>
                <a:ea typeface="Syne SemiBold"/>
                <a:cs typeface="Syne SemiBold"/>
                <a:sym typeface="Syne SemiBold"/>
              </a:rPr>
              <a:t>Nav Bar Screens</a:t>
            </a:r>
            <a:endParaRPr b="0">
              <a:latin typeface="Syne SemiBold"/>
              <a:ea typeface="Syne SemiBold"/>
              <a:cs typeface="Syne SemiBold"/>
              <a:sym typeface="Syne SemiBold"/>
            </a:endParaRPr>
          </a:p>
        </p:txBody>
      </p:sp>
      <p:pic>
        <p:nvPicPr>
          <p:cNvPr id="258" name="Google Shape;258;g3cae362547f_0_53" title="IMG_2107.jpeg"/>
          <p:cNvPicPr preferRelativeResize="0"/>
          <p:nvPr/>
        </p:nvPicPr>
        <p:blipFill rotWithShape="1">
          <a:blip r:embed="rId3">
            <a:alphaModFix/>
          </a:blip>
          <a:srcRect b="0" l="0" r="22845" t="0"/>
          <a:stretch/>
        </p:blipFill>
        <p:spPr>
          <a:xfrm>
            <a:off x="4181075" y="1176500"/>
            <a:ext cx="3965875" cy="3855026"/>
          </a:xfrm>
          <a:prstGeom prst="rect">
            <a:avLst/>
          </a:prstGeom>
          <a:noFill/>
          <a:ln cap="flat" cmpd="sng" w="28575">
            <a:solidFill>
              <a:srgbClr val="000000"/>
            </a:solidFill>
            <a:prstDash val="solid"/>
            <a:round/>
            <a:headEnd len="sm" w="sm" type="none"/>
            <a:tailEnd len="sm" w="sm" type="none"/>
          </a:ln>
        </p:spPr>
      </p:pic>
      <p:pic>
        <p:nvPicPr>
          <p:cNvPr id="259" name="Google Shape;259;g3cae362547f_0_53" title="IMG_2106.jpeg"/>
          <p:cNvPicPr preferRelativeResize="0"/>
          <p:nvPr/>
        </p:nvPicPr>
        <p:blipFill rotWithShape="1">
          <a:blip r:embed="rId4">
            <a:alphaModFix/>
          </a:blip>
          <a:srcRect b="8172" l="6392" r="6400" t="0"/>
          <a:stretch/>
        </p:blipFill>
        <p:spPr>
          <a:xfrm>
            <a:off x="696025" y="1243575"/>
            <a:ext cx="2697800" cy="3787950"/>
          </a:xfrm>
          <a:prstGeom prst="rect">
            <a:avLst/>
          </a:prstGeom>
          <a:noFill/>
          <a:ln cap="flat" cmpd="sng" w="28575">
            <a:solidFill>
              <a:srgbClr val="000000"/>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cae362547f_0_75"/>
          <p:cNvSpPr txBox="1"/>
          <p:nvPr>
            <p:ph type="title"/>
          </p:nvPr>
        </p:nvSpPr>
        <p:spPr>
          <a:xfrm>
            <a:off x="720000" y="902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Storyboards V.2</a:t>
            </a:r>
            <a:endParaRPr/>
          </a:p>
        </p:txBody>
      </p:sp>
      <p:sp>
        <p:nvSpPr>
          <p:cNvPr id="265" name="Google Shape;265;g3cae362547f_0_75"/>
          <p:cNvSpPr txBox="1"/>
          <p:nvPr>
            <p:ph idx="4" type="subTitle"/>
          </p:nvPr>
        </p:nvSpPr>
        <p:spPr>
          <a:xfrm>
            <a:off x="503325" y="572700"/>
            <a:ext cx="4281600" cy="4605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New Users - Lesson</a:t>
            </a:r>
            <a:endParaRPr/>
          </a:p>
        </p:txBody>
      </p:sp>
      <p:sp>
        <p:nvSpPr>
          <p:cNvPr id="266" name="Google Shape;266;g3cae362547f_0_75"/>
          <p:cNvSpPr txBox="1"/>
          <p:nvPr>
            <p:ph idx="6" type="subTitle"/>
          </p:nvPr>
        </p:nvSpPr>
        <p:spPr>
          <a:xfrm>
            <a:off x="4920267" y="185700"/>
            <a:ext cx="3286800" cy="80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
              <a:t>Experienced Users - Games</a:t>
            </a:r>
            <a:endParaRPr/>
          </a:p>
        </p:txBody>
      </p:sp>
      <p:pic>
        <p:nvPicPr>
          <p:cNvPr id="267" name="Google Shape;267;g3cae362547f_0_75"/>
          <p:cNvPicPr preferRelativeResize="0"/>
          <p:nvPr/>
        </p:nvPicPr>
        <p:blipFill>
          <a:blip r:embed="rId3">
            <a:alphaModFix/>
          </a:blip>
          <a:stretch>
            <a:fillRect/>
          </a:stretch>
        </p:blipFill>
        <p:spPr>
          <a:xfrm>
            <a:off x="5095126" y="1020567"/>
            <a:ext cx="3111950" cy="4017434"/>
          </a:xfrm>
          <a:prstGeom prst="rect">
            <a:avLst/>
          </a:prstGeom>
          <a:noFill/>
          <a:ln>
            <a:noFill/>
          </a:ln>
        </p:spPr>
      </p:pic>
      <p:pic>
        <p:nvPicPr>
          <p:cNvPr id="268" name="Google Shape;268;g3cae362547f_0_75"/>
          <p:cNvPicPr preferRelativeResize="0"/>
          <p:nvPr/>
        </p:nvPicPr>
        <p:blipFill>
          <a:blip r:embed="rId4">
            <a:alphaModFix/>
          </a:blip>
          <a:stretch>
            <a:fillRect/>
          </a:stretch>
        </p:blipFill>
        <p:spPr>
          <a:xfrm>
            <a:off x="377975" y="987000"/>
            <a:ext cx="3928535" cy="4017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6"/>
          <p:cNvSpPr txBox="1"/>
          <p:nvPr>
            <p:ph type="title"/>
          </p:nvPr>
        </p:nvSpPr>
        <p:spPr>
          <a:xfrm>
            <a:off x="545875" y="246025"/>
            <a:ext cx="2709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UI Design V.1</a:t>
            </a:r>
            <a:endParaRPr/>
          </a:p>
        </p:txBody>
      </p:sp>
      <p:pic>
        <p:nvPicPr>
          <p:cNvPr id="274" name="Google Shape;274;p16"/>
          <p:cNvPicPr preferRelativeResize="0"/>
          <p:nvPr/>
        </p:nvPicPr>
        <p:blipFill>
          <a:blip r:embed="rId3">
            <a:alphaModFix/>
          </a:blip>
          <a:stretch>
            <a:fillRect/>
          </a:stretch>
        </p:blipFill>
        <p:spPr>
          <a:xfrm>
            <a:off x="1535975" y="950135"/>
            <a:ext cx="2024003" cy="1787799"/>
          </a:xfrm>
          <a:prstGeom prst="rect">
            <a:avLst/>
          </a:prstGeom>
          <a:noFill/>
          <a:ln>
            <a:noFill/>
          </a:ln>
        </p:spPr>
      </p:pic>
      <p:pic>
        <p:nvPicPr>
          <p:cNvPr id="275" name="Google Shape;275;p16"/>
          <p:cNvPicPr preferRelativeResize="0"/>
          <p:nvPr/>
        </p:nvPicPr>
        <p:blipFill rotWithShape="1">
          <a:blip r:embed="rId4">
            <a:alphaModFix/>
          </a:blip>
          <a:srcRect b="28992" l="0" r="0" t="0"/>
          <a:stretch/>
        </p:blipFill>
        <p:spPr>
          <a:xfrm>
            <a:off x="3559975" y="364209"/>
            <a:ext cx="2024049" cy="1269475"/>
          </a:xfrm>
          <a:prstGeom prst="rect">
            <a:avLst/>
          </a:prstGeom>
          <a:noFill/>
          <a:ln>
            <a:noFill/>
          </a:ln>
        </p:spPr>
      </p:pic>
      <p:pic>
        <p:nvPicPr>
          <p:cNvPr id="276" name="Google Shape;276;p16"/>
          <p:cNvPicPr preferRelativeResize="0"/>
          <p:nvPr/>
        </p:nvPicPr>
        <p:blipFill rotWithShape="1">
          <a:blip r:embed="rId5">
            <a:alphaModFix/>
          </a:blip>
          <a:srcRect b="2888" l="0" r="0" t="7392"/>
          <a:stretch/>
        </p:blipFill>
        <p:spPr>
          <a:xfrm>
            <a:off x="3559975" y="1634225"/>
            <a:ext cx="2023997" cy="1604027"/>
          </a:xfrm>
          <a:prstGeom prst="rect">
            <a:avLst/>
          </a:prstGeom>
          <a:noFill/>
          <a:ln>
            <a:noFill/>
          </a:ln>
        </p:spPr>
      </p:pic>
      <p:pic>
        <p:nvPicPr>
          <p:cNvPr id="277" name="Google Shape;277;p16"/>
          <p:cNvPicPr preferRelativeResize="0"/>
          <p:nvPr/>
        </p:nvPicPr>
        <p:blipFill rotWithShape="1">
          <a:blip r:embed="rId6">
            <a:alphaModFix/>
          </a:blip>
          <a:srcRect b="0" l="0" r="0" t="6463"/>
          <a:stretch/>
        </p:blipFill>
        <p:spPr>
          <a:xfrm>
            <a:off x="3559975" y="3237420"/>
            <a:ext cx="2024003" cy="1672149"/>
          </a:xfrm>
          <a:prstGeom prst="rect">
            <a:avLst/>
          </a:prstGeom>
          <a:noFill/>
          <a:ln>
            <a:noFill/>
          </a:ln>
        </p:spPr>
      </p:pic>
      <p:pic>
        <p:nvPicPr>
          <p:cNvPr id="278" name="Google Shape;278;p16"/>
          <p:cNvPicPr preferRelativeResize="0"/>
          <p:nvPr/>
        </p:nvPicPr>
        <p:blipFill rotWithShape="1">
          <a:blip r:embed="rId7">
            <a:alphaModFix/>
          </a:blip>
          <a:srcRect b="3499" l="0" r="0" t="5376"/>
          <a:stretch/>
        </p:blipFill>
        <p:spPr>
          <a:xfrm>
            <a:off x="5583980" y="1042009"/>
            <a:ext cx="1992914" cy="16040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UI Design V1</a:t>
            </a:r>
            <a:endParaRPr/>
          </a:p>
        </p:txBody>
      </p:sp>
      <p:pic>
        <p:nvPicPr>
          <p:cNvPr id="284" name="Google Shape;284;p13"/>
          <p:cNvPicPr preferRelativeResize="0"/>
          <p:nvPr/>
        </p:nvPicPr>
        <p:blipFill>
          <a:blip r:embed="rId3">
            <a:alphaModFix/>
          </a:blip>
          <a:stretch>
            <a:fillRect/>
          </a:stretch>
        </p:blipFill>
        <p:spPr>
          <a:xfrm>
            <a:off x="1731075" y="1058650"/>
            <a:ext cx="5681851" cy="3991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c0aea66646_0_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a:t>UI Design V2</a:t>
            </a:r>
            <a:endParaRPr/>
          </a:p>
        </p:txBody>
      </p:sp>
      <p:pic>
        <p:nvPicPr>
          <p:cNvPr id="290" name="Google Shape;290;g3c0aea66646_0_10"/>
          <p:cNvPicPr preferRelativeResize="0"/>
          <p:nvPr/>
        </p:nvPicPr>
        <p:blipFill>
          <a:blip r:embed="rId3">
            <a:alphaModFix/>
          </a:blip>
          <a:stretch>
            <a:fillRect/>
          </a:stretch>
        </p:blipFill>
        <p:spPr>
          <a:xfrm>
            <a:off x="237075" y="1019550"/>
            <a:ext cx="2651100" cy="2330073"/>
          </a:xfrm>
          <a:prstGeom prst="rect">
            <a:avLst/>
          </a:prstGeom>
          <a:noFill/>
          <a:ln>
            <a:noFill/>
          </a:ln>
        </p:spPr>
      </p:pic>
      <p:pic>
        <p:nvPicPr>
          <p:cNvPr id="291" name="Google Shape;291;g3c0aea66646_0_10"/>
          <p:cNvPicPr preferRelativeResize="0"/>
          <p:nvPr/>
        </p:nvPicPr>
        <p:blipFill rotWithShape="1">
          <a:blip r:embed="rId4">
            <a:alphaModFix/>
          </a:blip>
          <a:srcRect b="29022" l="0" r="0" t="0"/>
          <a:stretch/>
        </p:blipFill>
        <p:spPr>
          <a:xfrm>
            <a:off x="2942425" y="1019550"/>
            <a:ext cx="3143598" cy="1653876"/>
          </a:xfrm>
          <a:prstGeom prst="rect">
            <a:avLst/>
          </a:prstGeom>
          <a:noFill/>
          <a:ln>
            <a:noFill/>
          </a:ln>
        </p:spPr>
      </p:pic>
      <p:pic>
        <p:nvPicPr>
          <p:cNvPr id="292" name="Google Shape;292;g3c0aea66646_0_10"/>
          <p:cNvPicPr preferRelativeResize="0"/>
          <p:nvPr/>
        </p:nvPicPr>
        <p:blipFill>
          <a:blip r:embed="rId5">
            <a:alphaModFix/>
          </a:blip>
          <a:stretch>
            <a:fillRect/>
          </a:stretch>
        </p:blipFill>
        <p:spPr>
          <a:xfrm>
            <a:off x="6140275" y="1019548"/>
            <a:ext cx="2388910" cy="2058802"/>
          </a:xfrm>
          <a:prstGeom prst="rect">
            <a:avLst/>
          </a:prstGeom>
          <a:noFill/>
          <a:ln>
            <a:noFill/>
          </a:ln>
        </p:spPr>
      </p:pic>
      <p:pic>
        <p:nvPicPr>
          <p:cNvPr id="293" name="Google Shape;293;g3c0aea66646_0_10"/>
          <p:cNvPicPr preferRelativeResize="0"/>
          <p:nvPr/>
        </p:nvPicPr>
        <p:blipFill>
          <a:blip r:embed="rId6">
            <a:alphaModFix/>
          </a:blip>
          <a:stretch>
            <a:fillRect/>
          </a:stretch>
        </p:blipFill>
        <p:spPr>
          <a:xfrm>
            <a:off x="3514425" y="2749625"/>
            <a:ext cx="1999599" cy="22700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1"/>
          <p:cNvSpPr txBox="1"/>
          <p:nvPr>
            <p:ph type="title"/>
          </p:nvPr>
        </p:nvSpPr>
        <p:spPr>
          <a:xfrm>
            <a:off x="443450" y="164525"/>
            <a:ext cx="3280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0" lang="en">
                <a:latin typeface="Syne SemiBold"/>
                <a:ea typeface="Syne SemiBold"/>
                <a:cs typeface="Syne SemiBold"/>
                <a:sym typeface="Syne SemiBold"/>
              </a:rPr>
              <a:t>Technical Design</a:t>
            </a:r>
            <a:endParaRPr b="0">
              <a:latin typeface="Syne SemiBold"/>
              <a:ea typeface="Syne SemiBold"/>
              <a:cs typeface="Syne SemiBold"/>
              <a:sym typeface="Syne SemiBold"/>
            </a:endParaRPr>
          </a:p>
        </p:txBody>
      </p:sp>
      <p:pic>
        <p:nvPicPr>
          <p:cNvPr id="299" name="Google Shape;299;p11" title="sensors-25-02138-g005.jpg"/>
          <p:cNvPicPr preferRelativeResize="0"/>
          <p:nvPr/>
        </p:nvPicPr>
        <p:blipFill>
          <a:blip r:embed="rId3">
            <a:alphaModFix/>
          </a:blip>
          <a:stretch>
            <a:fillRect/>
          </a:stretch>
        </p:blipFill>
        <p:spPr>
          <a:xfrm>
            <a:off x="3980850" y="580575"/>
            <a:ext cx="4460700" cy="3365500"/>
          </a:xfrm>
          <a:prstGeom prst="rect">
            <a:avLst/>
          </a:prstGeom>
          <a:noFill/>
          <a:ln>
            <a:noFill/>
          </a:ln>
        </p:spPr>
      </p:pic>
      <p:pic>
        <p:nvPicPr>
          <p:cNvPr id="300" name="Google Shape;300;p11" title="sensors-25-02138-g002.jpg"/>
          <p:cNvPicPr preferRelativeResize="0"/>
          <p:nvPr/>
        </p:nvPicPr>
        <p:blipFill rotWithShape="1">
          <a:blip r:embed="rId4">
            <a:alphaModFix/>
          </a:blip>
          <a:srcRect b="22526" l="80128" r="0" t="18963"/>
          <a:stretch/>
        </p:blipFill>
        <p:spPr>
          <a:xfrm>
            <a:off x="623675" y="960599"/>
            <a:ext cx="2966982" cy="2985475"/>
          </a:xfrm>
          <a:prstGeom prst="rect">
            <a:avLst/>
          </a:prstGeom>
          <a:noFill/>
          <a:ln>
            <a:noFill/>
          </a:ln>
        </p:spPr>
      </p:pic>
      <p:sp>
        <p:nvSpPr>
          <p:cNvPr id="301" name="Google Shape;301;p11"/>
          <p:cNvSpPr txBox="1"/>
          <p:nvPr/>
        </p:nvSpPr>
        <p:spPr>
          <a:xfrm>
            <a:off x="443450" y="4104825"/>
            <a:ext cx="10887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OpenCV </a:t>
            </a:r>
            <a:endParaRPr sz="1200">
              <a:solidFill>
                <a:schemeClr val="dk1"/>
              </a:solidFill>
              <a:latin typeface="Albert Sans"/>
              <a:ea typeface="Albert Sans"/>
              <a:cs typeface="Albert Sans"/>
              <a:sym typeface="Albert Sans"/>
            </a:endParaRPr>
          </a:p>
        </p:txBody>
      </p:sp>
      <p:sp>
        <p:nvSpPr>
          <p:cNvPr id="302" name="Google Shape;302;p11"/>
          <p:cNvSpPr txBox="1"/>
          <p:nvPr/>
        </p:nvSpPr>
        <p:spPr>
          <a:xfrm>
            <a:off x="1253550" y="4104825"/>
            <a:ext cx="36222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-&gt; MediaPipe (BlazePalm Detector)</a:t>
            </a:r>
            <a:endParaRPr sz="1200">
              <a:solidFill>
                <a:schemeClr val="dk1"/>
              </a:solidFill>
              <a:latin typeface="Albert Sans"/>
              <a:ea typeface="Albert Sans"/>
              <a:cs typeface="Albert Sans"/>
              <a:sym typeface="Albert Sans"/>
            </a:endParaRPr>
          </a:p>
        </p:txBody>
      </p:sp>
      <p:sp>
        <p:nvSpPr>
          <p:cNvPr id="303" name="Google Shape;303;p11"/>
          <p:cNvSpPr txBox="1"/>
          <p:nvPr/>
        </p:nvSpPr>
        <p:spPr>
          <a:xfrm>
            <a:off x="4519400" y="4104825"/>
            <a:ext cx="36222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 -&gt; Hand Landmark Model </a:t>
            </a:r>
            <a:endParaRPr b="1" sz="1500">
              <a:solidFill>
                <a:schemeClr val="dk1"/>
              </a:solidFill>
              <a:latin typeface="Albert Sans"/>
              <a:ea typeface="Albert Sans"/>
              <a:cs typeface="Albert Sans"/>
              <a:sym typeface="Albert Sans"/>
            </a:endParaRPr>
          </a:p>
        </p:txBody>
      </p:sp>
      <p:sp>
        <p:nvSpPr>
          <p:cNvPr id="304" name="Google Shape;304;p11"/>
          <p:cNvSpPr txBox="1"/>
          <p:nvPr/>
        </p:nvSpPr>
        <p:spPr>
          <a:xfrm>
            <a:off x="6860300" y="4104825"/>
            <a:ext cx="3622200" cy="39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 -&gt; YOLO </a:t>
            </a:r>
            <a:endParaRPr b="1" sz="1500">
              <a:solidFill>
                <a:schemeClr val="dk1"/>
              </a:solidFill>
              <a:latin typeface="Albert Sans"/>
              <a:ea typeface="Albert Sans"/>
              <a:cs typeface="Albert Sans"/>
              <a:sym typeface="Albert Sans"/>
            </a:endParaRPr>
          </a:p>
        </p:txBody>
      </p:sp>
      <p:sp>
        <p:nvSpPr>
          <p:cNvPr id="305" name="Google Shape;305;p11"/>
          <p:cNvSpPr txBox="1"/>
          <p:nvPr/>
        </p:nvSpPr>
        <p:spPr>
          <a:xfrm>
            <a:off x="7772400" y="409552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Albert Sans"/>
                <a:ea typeface="Albert Sans"/>
                <a:cs typeface="Albert Sans"/>
                <a:sym typeface="Albert Sans"/>
              </a:rPr>
              <a:t>-&gt; Output</a:t>
            </a:r>
            <a:endParaRPr b="1" sz="1500">
              <a:solidFill>
                <a:schemeClr val="dk1"/>
              </a:solidFill>
              <a:latin typeface="Albert Sans"/>
              <a:ea typeface="Albert Sans"/>
              <a:cs typeface="Albert Sans"/>
              <a:sym typeface="Albert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cb84143d5f_4_0"/>
          <p:cNvSpPr txBox="1"/>
          <p:nvPr>
            <p:ph type="title"/>
          </p:nvPr>
        </p:nvSpPr>
        <p:spPr>
          <a:xfrm>
            <a:off x="213361" y="236475"/>
            <a:ext cx="2838900" cy="651600"/>
          </a:xfrm>
          <a:prstGeom prst="rect">
            <a:avLst/>
          </a:prstGeom>
        </p:spPr>
        <p:txBody>
          <a:bodyPr anchorCtr="0" anchor="t" bIns="104025" lIns="104025" spcFirstLastPara="1" rIns="104025" wrap="square" tIns="104025">
            <a:noAutofit/>
          </a:bodyPr>
          <a:lstStyle/>
          <a:p>
            <a:pPr indent="0" lvl="0" marL="0" rtl="0" algn="l">
              <a:spcBef>
                <a:spcPts val="0"/>
              </a:spcBef>
              <a:spcAft>
                <a:spcPts val="0"/>
              </a:spcAft>
              <a:buNone/>
            </a:pPr>
            <a:r>
              <a:rPr lang="en" sz="2958"/>
              <a:t>References</a:t>
            </a:r>
            <a:r>
              <a:rPr lang="en" sz="2958"/>
              <a:t> </a:t>
            </a:r>
            <a:endParaRPr sz="2958"/>
          </a:p>
        </p:txBody>
      </p:sp>
      <p:sp>
        <p:nvSpPr>
          <p:cNvPr id="311" name="Google Shape;311;g3cb84143d5f_4_0"/>
          <p:cNvSpPr txBox="1"/>
          <p:nvPr/>
        </p:nvSpPr>
        <p:spPr>
          <a:xfrm>
            <a:off x="34050" y="888075"/>
            <a:ext cx="9075900" cy="4157100"/>
          </a:xfrm>
          <a:prstGeom prst="rect">
            <a:avLst/>
          </a:prstGeom>
          <a:noFill/>
          <a:ln>
            <a:noFill/>
          </a:ln>
        </p:spPr>
        <p:txBody>
          <a:bodyPr anchorCtr="0" anchor="t" bIns="104025" lIns="104025" spcFirstLastPara="1" rIns="104025" wrap="square" tIns="104025">
            <a:noAutofit/>
          </a:bodyPr>
          <a:lstStyle/>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[1] Wahyuningsih, A. 2024. A Systematic Review: The Use of Mobile Language Learning Apps to Improve Vocabulary. Journal of English as a Foreign Language Education (JEFLE), 5, 2 (2024), 13–20. </a:t>
            </a:r>
            <a:r>
              <a:rPr lang="en" sz="110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https://jurnal.untan.ac.id/index.php/JEFLE/article/view/82996/756766043</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[2] Hareesh Buddha, Liyana Shuib, Norisma Idris, and Christopher Ifeanyi Eke. 2024. Technology-assisted language learning systems: A systematic literature review. </a:t>
            </a:r>
            <a:r>
              <a:rPr i="1" lang="en" sz="1100">
                <a:solidFill>
                  <a:schemeClr val="dk1"/>
                </a:solidFill>
                <a:latin typeface="Times New Roman"/>
                <a:ea typeface="Times New Roman"/>
                <a:cs typeface="Times New Roman"/>
                <a:sym typeface="Times New Roman"/>
              </a:rPr>
              <a:t>IEEE Access</a:t>
            </a:r>
            <a:r>
              <a:rPr lang="en" sz="1100">
                <a:solidFill>
                  <a:schemeClr val="dk1"/>
                </a:solidFill>
                <a:latin typeface="Times New Roman"/>
                <a:ea typeface="Times New Roman"/>
                <a:cs typeface="Times New Roman"/>
                <a:sym typeface="Times New Roman"/>
              </a:rPr>
              <a:t> 12 (2024), 33449–33472. DOI: </a:t>
            </a:r>
            <a:r>
              <a:rPr lang="en" sz="110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http://dx.doi.org/10.1109/access.2024.3366663</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[3] Manitoba Education. 2020. Communication and Learning: A Resource Guide for Students Who Are Deaf or Hard of Hearing. Government of Manitoba, Winnipeg, MB, Canada. </a:t>
            </a:r>
            <a:r>
              <a:rPr lang="en" sz="1100" u="sng">
                <a:solidFill>
                  <a:schemeClr val="dk1"/>
                </a:solidFill>
                <a:latin typeface="Times New Roman"/>
                <a:ea typeface="Times New Roman"/>
                <a:cs typeface="Times New Roman"/>
                <a:sym typeface="Times New Roman"/>
                <a:hlinkClick r:id="rId5">
                  <a:extLst>
                    <a:ext uri="{A12FA001-AC4F-418D-AE19-62706E023703}">
                      <ahyp:hlinkClr val="tx"/>
                    </a:ext>
                  </a:extLst>
                </a:hlinkClick>
              </a:rPr>
              <a:t>https://www.edu.gov.mb.ca/k12/docs/support/dhh_resource/pdfs/communication.pdf</a:t>
            </a:r>
            <a:r>
              <a:rPr lang="en"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[4] Germanna Community College. 2023. American Sign Language Grammar Guide (ed. July 24 2023). Germanna.edu. </a:t>
            </a:r>
            <a:r>
              <a:rPr lang="en" sz="1100" u="sng">
                <a:solidFill>
                  <a:schemeClr val="dk1"/>
                </a:solidFill>
                <a:latin typeface="Times New Roman"/>
                <a:ea typeface="Times New Roman"/>
                <a:cs typeface="Times New Roman"/>
                <a:sym typeface="Times New Roman"/>
                <a:hlinkClick r:id="rId6">
                  <a:extLst>
                    <a:ext uri="{A12FA001-AC4F-418D-AE19-62706E023703}">
                      <ahyp:hlinkClr val="tx"/>
                    </a:ext>
                  </a:extLst>
                </a:hlinkClick>
              </a:rPr>
              <a:t>https://germanna.edu/sites/default/files/2023-07/ASL%20Grammar%20Guide%20%28edit%207-24-23%29.pdf</a:t>
            </a:r>
            <a:r>
              <a:rPr lang="en"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[5] Vanitha Thurairasu. 2022. Gamification-based learning as the future of Language learning: An overview. </a:t>
            </a:r>
            <a:r>
              <a:rPr i="1" lang="en" sz="1100">
                <a:solidFill>
                  <a:schemeClr val="dk1"/>
                </a:solidFill>
                <a:latin typeface="Times New Roman"/>
                <a:ea typeface="Times New Roman"/>
                <a:cs typeface="Times New Roman"/>
                <a:sym typeface="Times New Roman"/>
              </a:rPr>
              <a:t>European Journal of Humanities and Social Sciences</a:t>
            </a:r>
            <a:r>
              <a:rPr lang="en" sz="1100">
                <a:solidFill>
                  <a:schemeClr val="dk1"/>
                </a:solidFill>
                <a:latin typeface="Times New Roman"/>
                <a:ea typeface="Times New Roman"/>
                <a:cs typeface="Times New Roman"/>
                <a:sym typeface="Times New Roman"/>
              </a:rPr>
              <a:t> 2, 6 (November 2022), 62–69. DOI: </a:t>
            </a:r>
            <a:r>
              <a:rPr lang="en" sz="1100" u="sng">
                <a:solidFill>
                  <a:schemeClr val="dk1"/>
                </a:solidFill>
                <a:latin typeface="Times New Roman"/>
                <a:ea typeface="Times New Roman"/>
                <a:cs typeface="Times New Roman"/>
                <a:sym typeface="Times New Roman"/>
                <a:hlinkClick r:id="rId7">
                  <a:extLst>
                    <a:ext uri="{A12FA001-AC4F-418D-AE19-62706E023703}">
                      <ahyp:hlinkClr val="tx"/>
                    </a:ext>
                  </a:extLst>
                </a:hlinkClick>
              </a:rPr>
              <a:t>http://dx.doi.org/10.24018/ejsocial.2022.2.6.353</a:t>
            </a:r>
            <a:r>
              <a:rPr lang="en" sz="1100">
                <a:solidFill>
                  <a:schemeClr val="dk1"/>
                </a:solidFill>
                <a:latin typeface="Times New Roman"/>
                <a:ea typeface="Times New Roman"/>
                <a:cs typeface="Times New Roman"/>
                <a:sym typeface="Times New Roman"/>
              </a:rPr>
              <a:t>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[6]Zhanni Luo. 2023. The effectiveness of gamified tools for Foreign Language Learning (FLL): A systematic review. </a:t>
            </a:r>
            <a:r>
              <a:rPr i="1" lang="en" sz="1100">
                <a:solidFill>
                  <a:schemeClr val="dk1"/>
                </a:solidFill>
                <a:latin typeface="Times New Roman"/>
                <a:ea typeface="Times New Roman"/>
                <a:cs typeface="Times New Roman"/>
                <a:sym typeface="Times New Roman"/>
              </a:rPr>
              <a:t>Behavioral Sciences</a:t>
            </a:r>
            <a:r>
              <a:rPr lang="en" sz="1100">
                <a:solidFill>
                  <a:schemeClr val="dk1"/>
                </a:solidFill>
                <a:latin typeface="Times New Roman"/>
                <a:ea typeface="Times New Roman"/>
                <a:cs typeface="Times New Roman"/>
                <a:sym typeface="Times New Roman"/>
              </a:rPr>
              <a:t> 13, 4 (April 2023), 331. DOI: </a:t>
            </a:r>
            <a:r>
              <a:rPr lang="en" sz="1100" u="sng">
                <a:solidFill>
                  <a:schemeClr val="dk1"/>
                </a:solidFill>
                <a:latin typeface="Times New Roman"/>
                <a:ea typeface="Times New Roman"/>
                <a:cs typeface="Times New Roman"/>
                <a:sym typeface="Times New Roman"/>
                <a:hlinkClick r:id="rId8">
                  <a:extLst>
                    <a:ext uri="{A12FA001-AC4F-418D-AE19-62706E023703}">
                      <ahyp:hlinkClr val="tx"/>
                    </a:ext>
                  </a:extLst>
                </a:hlinkClick>
              </a:rPr>
              <a:t>http://dx.doi.org/10.3390/bs13040331</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1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100">
                <a:solidFill>
                  <a:schemeClr val="dk1"/>
                </a:solidFill>
                <a:latin typeface="Times New Roman"/>
                <a:ea typeface="Times New Roman"/>
                <a:cs typeface="Times New Roman"/>
                <a:sym typeface="Times New Roman"/>
              </a:rPr>
              <a:t>[7] Bader Alsharif, Easa Alalwany, Ali Ibrahim, Imad Mahgoub, and Mohammad Ilyas. 2025. Real-time American Sign Language Interpretation using Deep Learning and keypoint tracking. </a:t>
            </a:r>
            <a:r>
              <a:rPr i="1" lang="en" sz="1100">
                <a:solidFill>
                  <a:schemeClr val="dk1"/>
                </a:solidFill>
                <a:latin typeface="Times New Roman"/>
                <a:ea typeface="Times New Roman"/>
                <a:cs typeface="Times New Roman"/>
                <a:sym typeface="Times New Roman"/>
              </a:rPr>
              <a:t>Sensors</a:t>
            </a:r>
            <a:r>
              <a:rPr lang="en" sz="1100">
                <a:solidFill>
                  <a:schemeClr val="dk1"/>
                </a:solidFill>
                <a:latin typeface="Times New Roman"/>
                <a:ea typeface="Times New Roman"/>
                <a:cs typeface="Times New Roman"/>
                <a:sym typeface="Times New Roman"/>
              </a:rPr>
              <a:t> 25, 7 (March 2025), 2138. DOI:  </a:t>
            </a:r>
            <a:r>
              <a:rPr lang="en" sz="1100" u="sng">
                <a:solidFill>
                  <a:schemeClr val="dk1"/>
                </a:solidFill>
                <a:latin typeface="Times New Roman"/>
                <a:ea typeface="Times New Roman"/>
                <a:cs typeface="Times New Roman"/>
                <a:sym typeface="Times New Roman"/>
                <a:hlinkClick r:id="rId9">
                  <a:extLst>
                    <a:ext uri="{A12FA001-AC4F-418D-AE19-62706E023703}">
                      <ahyp:hlinkClr val="tx"/>
                    </a:ext>
                  </a:extLst>
                </a:hlinkClick>
              </a:rPr>
              <a:t>http://dx.doi.org/10.3390/s25072138</a:t>
            </a:r>
            <a:endParaRPr sz="1100">
              <a:solidFill>
                <a:schemeClr val="dk1"/>
              </a:solidFill>
              <a:latin typeface="Syne"/>
              <a:ea typeface="Syne"/>
              <a:cs typeface="Syne"/>
              <a:sym typeface="Syne"/>
            </a:endParaRPr>
          </a:p>
          <a:p>
            <a:pPr indent="0" lvl="0" marL="0" rtl="0" algn="l">
              <a:spcBef>
                <a:spcPts val="0"/>
              </a:spcBef>
              <a:spcAft>
                <a:spcPts val="0"/>
              </a:spcAft>
              <a:buNone/>
            </a:pPr>
            <a:r>
              <a:t/>
            </a:r>
            <a:endParaRPr sz="1100">
              <a:solidFill>
                <a:schemeClr val="dk1"/>
              </a:solidFill>
              <a:latin typeface="Syne"/>
              <a:ea typeface="Syne"/>
              <a:cs typeface="Syne"/>
              <a:sym typeface="Syne"/>
            </a:endParaRPr>
          </a:p>
          <a:p>
            <a:pPr indent="0" lvl="0" marL="0" rtl="0" algn="l">
              <a:spcBef>
                <a:spcPts val="0"/>
              </a:spcBef>
              <a:spcAft>
                <a:spcPts val="0"/>
              </a:spcAft>
              <a:buNone/>
            </a:pPr>
            <a:r>
              <a:t/>
            </a:r>
            <a:endParaRPr sz="1100">
              <a:solidFill>
                <a:schemeClr val="dk1"/>
              </a:solidFill>
              <a:latin typeface="Syne"/>
              <a:ea typeface="Syne"/>
              <a:cs typeface="Syne"/>
              <a:sym typeface="Syn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